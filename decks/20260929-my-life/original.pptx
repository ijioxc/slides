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2"/>
    <p:sldId id="315" r:id="rId3"/>
    <p:sldId id="262" r:id="rId4"/>
    <p:sldId id="283" r:id="rId5"/>
    <p:sldId id="270" r:id="rId6"/>
    <p:sldId id="284" r:id="rId7"/>
    <p:sldId id="271" r:id="rId8"/>
    <p:sldId id="287" r:id="rId9"/>
    <p:sldId id="285" r:id="rId10"/>
    <p:sldId id="286" r:id="rId11"/>
    <p:sldId id="257" r:id="rId12"/>
    <p:sldId id="329" r:id="rId13"/>
    <p:sldId id="321" r:id="rId14"/>
    <p:sldId id="277" r:id="rId15"/>
    <p:sldId id="317" r:id="rId16"/>
    <p:sldId id="322" r:id="rId17"/>
    <p:sldId id="323" r:id="rId18"/>
    <p:sldId id="259" r:id="rId19"/>
    <p:sldId id="320" r:id="rId20"/>
    <p:sldId id="324" r:id="rId21"/>
    <p:sldId id="268" r:id="rId22"/>
    <p:sldId id="256" r:id="rId23"/>
    <p:sldId id="316" r:id="rId24"/>
    <p:sldId id="279" r:id="rId25"/>
    <p:sldId id="319" r:id="rId26"/>
    <p:sldId id="275" r:id="rId27"/>
    <p:sldId id="318" r:id="rId28"/>
    <p:sldId id="301" r:id="rId29"/>
    <p:sldId id="258" r:id="rId30"/>
    <p:sldId id="325" r:id="rId31"/>
    <p:sldId id="269" r:id="rId32"/>
    <p:sldId id="304" r:id="rId33"/>
    <p:sldId id="302" r:id="rId34"/>
    <p:sldId id="306" r:id="rId35"/>
    <p:sldId id="308" r:id="rId36"/>
    <p:sldId id="310" r:id="rId37"/>
    <p:sldId id="326" r:id="rId38"/>
    <p:sldId id="280" r:id="rId39"/>
    <p:sldId id="311" r:id="rId40"/>
    <p:sldId id="273" r:id="rId41"/>
    <p:sldId id="312" r:id="rId42"/>
    <p:sldId id="266" r:id="rId43"/>
    <p:sldId id="313" r:id="rId44"/>
    <p:sldId id="300" r:id="rId45"/>
    <p:sldId id="293" r:id="rId46"/>
    <p:sldId id="328" r:id="rId47"/>
    <p:sldId id="294" r:id="rId48"/>
    <p:sldId id="298" r:id="rId49"/>
    <p:sldId id="291" r:id="rId50"/>
    <p:sldId id="327" r:id="rId51"/>
    <p:sldId id="278" r:id="rId52"/>
    <p:sldId id="296" r:id="rId53"/>
    <p:sldId id="299" r:id="rId5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8175"/>
    <a:srgbClr val="E0D0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19"/>
    <p:restoredTop sz="94658"/>
  </p:normalViewPr>
  <p:slideViewPr>
    <p:cSldViewPr snapToGrid="0">
      <p:cViewPr varScale="1">
        <p:scale>
          <a:sx n="120" d="100"/>
          <a:sy n="120" d="100"/>
        </p:scale>
        <p:origin x="6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1:54:36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4847 0 24575,'6'6'0,"6"-3"0,23-1 0,23-2 0,18 0 0,6 0 0,-9 0 0,-18 0 0,-7 0 0,0 5 0,11 6 0,27 11 0,-32-7 0,1 2 0,1 1 0,0-1 0,-7-1 0,-3 0 0,26 8 0,-25-8 0,-11-3 0,6 4 0,3 5 0,10 6 0,7 4 0,0 1 0,6 0 0,-6 0 0,-10-2 0,-11-4 0,-11-1 0,1 4 0,11 8 0,12 6 0,3 2 0,-6-8 0,-13-7 0,-10-10 0,-8-5 0,-6-6 0,-5-4 0,-2 0 0,1 0 0,5 2 0,4 0 0,4 5 0,3 5 0,10 6 0,6 4 0,7-3 0,-2-1 0,-9-5 0,-7-3 0,-8-5 0,-2-3 0,-3-3 0,2 1 0,16 9 0,26 9 0,22 9 0,-36-13 0,0 1 0,36 20 0,-22-8 0,-20-9 0,-16-13 0,-12-4 0,-1 1 0,3 1 0,14 8 0,17 5 0,12 10 0,9 10 0,-4 0 0,-8 3 0,-8-2 0,-2 5 0,1 9 0,2-1 0,-5-6 0,-9-12 0,-13-12 0,-9-7 0,-7-5 0,-4-1 0,0 0 0,-2 4 0,-2 5 0,1 19 0,0 29 0,3 26 0,0-43 0,0 0 0,0-2 0,0-2 0,0 45 0,0-43 0,0 2 0,2 14 0,1 3 0,2 13 0,1 5 0,0-21 0,0 3 0,1 0-226,1 7 1,1 0 0,0 1 225,1-1 0,-1 1 0,0 1 0,-1 5 0,-1 1 0,0 0 0,0 4 0,1 0 0,-1 1 0,0 1 0,-1 1 0,2-1 0,-2-3 0,2-1 0,-1-4 0,1-12 0,1-2 0,-1-6 0,0 8 0,1-9 0,3 11 0,-6-37 0,-3-17 0,-1-2 0,-2-2 676,0 1-676,0 1 0,0-3 0,0-1 0,0 1 0,0-2 0,0 2 0,0 0 0,0-3 0,0 0 0,0-1 0,0 2 0,0 1 0,0 3 0,0 0 0,0 4 0,0 15 0,0 18 0,0 13 0,0-4 0,0-16 0,0-18 0,0-10 0,0-5 0,0-3 0,0-1 0,-3 0 0,-2 0 0,-3-2 0,-1-2 0,0-2 0,-2-2 0,-1-1 0,-1 0 0,-2 0 0,2 0 0,1 0 0,-2 0 0,4 0 0,-3 0 0,-18 0 0,-23 0 0,-40 11 0,33-3 0,-1 1 0,1 3 0,1 0 0,7-1 0,3 0 0,-14-1 0,27-5 0,6-2 0,-17 3 0,-23 4 0,-15 1 0,9-3 0,23-2 0,23-3 0,14-1 0,0-2 0,3 2 0,-9 0 0,-7 4 0,-3 1 0,-7-2 0,8-2 0,8-3 0,4 0 0,6 0 0,-4 0 0,-7 0 0,-9 2 0,-7 1 0,5 0 0,3-5 0,-14-14 0,-18-19 0,-18-13 0,1-2 0,25 8 0,15 6 0,5 0 0,-6-6 0,-9-2 0,4 6 0,6 1 0,4-2 0,-3-14 0,-6-13 0,-4-1 0,10 12 0,11 19 0,12 7 0,5 0 0,-6-12 0,-9-12 0,-4-2 0,4 5 0,10 16 0,5 6 0,2-1 0,-2-4 0,0-5 0,-1-6 0,-2-4 0,1 1 0,2 9 0,5 11 0,2 2 0,0-3 0,-1-7 0,0 4 0,2 5 0,0 5 0,0 2 0,-2-9 0,-1-3 0,0-2 0,1 7 0,4 8 0,-1 7 0,-1 4 0,-1 6 0,6 13 0,10 19 0,13 19 0,5 7 0,-1 5 0,-3 2 0,4 30 0,-10-26 0,1 6 0,-2-11 0,1 3 0,1 2-268,4 10 0,0 3 0,1 0 268,0 0 0,0 0 0,0-2 0,-2-6 0,-1-2 0,-1-3 0,4 14 0,-4-8 0,-7-22 0,-2-6 0,-1 11 0,-3-20 0,-2-7 0,-1 5 804,0 5-804,-4 8 0,0 27 0,0-20 0,0 6 0,0 12 0,0 2 0,0 5 0,0-1 0,0-7 0,0-2 0,0-10 0,0-2 0,0 4 0,0 1 0,0 11 0,0 3 0,0 18 0,0 5-143,0-29 0,0 2 1,0-1 142,0-3 0,0-1 0,0-3 0,0 19 0,0-7 0,0-23 0,0-6 0,0 11 0,0-7 0,0 28 0,0-26 0,0 2 214,0 7 0,0-1-214,0-5 0,0-3 0,0 20 0,0-26 0,0-19 0,0-9 0,0-3 0,0-5 0,0-1 0,0 3 0,0 1 0,0 1 0,0-3 0,0-3 0,0-1 0,0 3 0,0-1 0,0 3 0,0-1 0,0 1 0,0 2 0,0-2 0,0 0 0,0 1 0,0 3 0,0 3 0,0-1 0,0 0 0,0-1 0,0 0 0,0 0 0,0-3 0,0-1 0,0 0 0,0 10 0,0 38 0,0 27 0,0-35 0,0 1 0,0 0 0,0-4 0,3 23 0,0-22 0,0-23 0,0-15 0,-3-3 0,0-4 0,0 1 0,0 2 0,0 0 0,0 0 0,0-1 0,0-1 0,-2-2 0,-4-3 0,-2-2 0,-5-2 0,-3 0 0,-1 0 0,2 0 0,2 0 0,2 0 0,-2 0 0,-9 0 0,-5 0 0,-12 0 0,-6 0 0,-7 0 0,-5 0 0,1 0 0,-5 0 0,-3 0 0,-17 0 0,-10 0 0,-1 0 0,10 0 0,20 0 0,11 0 0,5 0 0,-14 0 0,-4 0 0,-2 0 0,-6 0 0,-2 0 0,-12 0 0,-12 3 0,4 1 0,4 1 0,5 2 0,3-1 0,-8 3 0,-2 0 0,1 1 0,3-1 0,5-5 0,1 0 0,-2-4 0,1 4 0,1 0 0,4 1 0,3-1 0,8-4 0,7 0 0,10 0 0,0 0 0,-5 0 0,-8 0 0,-4 0 0,-7 0 0,-15 0 0,35 0 0,-5 0 0,-20 0 0,-6 0 0,19 0 0,-4 0 0,-1 0-249,-8 0 0,-2 0 0,0 0 249,-3 0 0,0 0 0,2 0 0,3 0 0,2 0 0,1 0 0,8 0 0,1 0 0,1 0 0,-24 0 0,4 0 0,11 0 0,4 0 0,12 0 0,4 0 0,-32 0 0,36 0 0,21-1 747,13 1-747,8 0 0,-1 0 0,0 0 0,2 0 0,-3 0 0,-2 0 0,-3 0 0,-3 0 0,-2 0 0,-2 0 0,-7 0 0,-5 0 0,-6 0 0,-5 0 0,0 0 0,0 0 0,6 0 0,9 0 0,9 0 0,8 0 0,4 0 0,1 0 0,1 0 0,-1 0 0,-2 0 0,-4 0 0,-9 0 0,-15 0 0,-7 0 0,-1-3 0,10-3 0,15-4 0,11-2 0,6-1 0,3-3 0,1 1 0,1-4 0,0-4 0,0-7 0,0-10 0,4-9 0,3-8 0,5-6 0,5-5 0,-5 5 0,1 6 0,-4 7 0,-2 11 0,0 10 0,-4 7 0,-1 7 0,-2-3 0,1 1 0,-2 3 0,1-3 0,0-8 0,0-9 0,0-7 0,0 1 0,0 9 0,0 8 0,0 6 0,0-1 0,-2 3 0,-1 0 0,-4-4 0,-3 4 0,0-3 0,-1 1 0,1 2 0,2 0 0,-1 1 0,1 2 0,-1 1 0,-1 2 0,2 3 0,0 3 0,-2 3 0,6 0 0,-2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1:55:12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3338 1 24575,'-37'0'0,"-23"0"0,-37 5 0,33 5 0,-4 6 0,-10 9 0,-2 9 0,17-4 0,-1 4 0,-1 3-495,-8 7 0,-1 3 0,0 2 495,-3 4 0,0 2 0,1 0 0,4-2 0,1-1 0,2 0 120,10-8 0,2 0 1,4-3-121,-7 6 0,5-5 0,-15 11 0,26-21 0,15-10 0,-17 12 562,8-4 0,-4 6-562,-23 16 0,-6 6 0,16-13 0,-2 1 0,0 1 0,3-1 0,1 0 0,2-2 0,-12 11 0,6-3 0,-9 15 0,34-25 0,17-13 0,2-1 0,-9 24 0,-15 37 0,10-24 0,-1 6 0,-6 20 0,-2 3 0,13-28 0,-1 0 0,1-1 0,-11 30 0,1-3 0,5-11 0,3-5 0,7-18 0,3-5 0,-6 28 0,10-22 0,-1-2 0,-12 27 0,7-28 0,-3 5 0,-7 13 0,-2 2 0,-1 1 0,1-2 0,4-10 0,1-3 0,-11 26 0,19-35 0,9-20 0,4-13 0,3-4 0,0-5 0,0-2 0,0-1 0,0-1 0,0 1 0,0 0 0,0 3 0,0 0 0,0 2 0,0-1 0,0-3 0,0 0 0,2-1 0,1 0 0,3 1 0,4 3 0,2 1 0,-1 5 0,0 21 0,-4 27 0,-2 26 0,-3-40 0,-1 1 0,-1 40 0,0-23 0,0-22 0,1-21 0,3-14 0,3-6 0,2-5 0,3-1 0,5-1 0,4-3 0,3 0 0,10 0 0,19 0 0,20 3 0,26 16 0,-44 0 0,2 5 0,1 5 0,-1 3 0,-1 2 0,-1 0 0,-6-4 0,-2-2 0,35 15 0,-10-5 0,-10-3 0,0-3 0,3-1 0,5 1 0,10 3 0,7 4 0,-1 1 0,2-1 0,-3 1 0,-8-2 0,-7-1 0,-17-7 0,-12-5 0,-15-9 0,-6-7 0,-4-2 0,-3-1 0,1 2 0,0 1 0,1-1 0,1 4 0,2-2 0,0 2 0,1 0 0,0-2 0,-2 0 0,-2-1 0,0 0 0,4-2 0,-1-1 0,-1-3 0,-5 2 0,-4-3 0,-3-10 0,-3-10 0,-1-10 0,-1-3 0,0 5 0,0-5 0,0-10 0,0-12 0,0-17 0,0-15 0,0-4 0,0-4 0,0 0 0,0 4 0,0 1 0,0 1 0,0 8 0,0 17 0,0 14 0,0 21 0,0 4 0,0-5 0,0-2 0,0-5 0,0-3 0,0-5 0,0-13 0,0-11 0,0 5 0,0 7 0,0 19 0,0 16 0,0 9 0,0-10 0,0-12 0,0-3 0,0-11 0,0 0 0,0 2 0,0 3 0,0 11 0,0-2 0,0-12 0,0-18 0,0-16 0,0 1 0,0 7 0,0 25 0,0 21 0,0 10 0,0 11 0,0 4 0,0 12 0,0 14 0,0 15 0,0 9 0,0 12 0,0 7 0,0 2 0,0 10 0,0 18 0,0-35 0,0 4 0,0 16 0,0 4 0,0 8 0,0 0 0,0-2 0,0-2 0,0-13 0,0-5 0,0-13 0,0-5 0,0 25 0,0-16 0,0 6 0,0 9 0,0 7 0,0-2 0,0-12 0,0-15 0,0-10 0,0-10 0,0 7 0,0 20 0,0 21 0,-4 9 0,0-14 0,-1-23 0,2-18 0,3-11 0,0-1 0,0 8 0,0 18 0,0 21 0,0 17 0,0-37 0,0 1 0,0 3 0,0 1 0,0 3 0,0 1 0,0 1 0,0-1 0,0-1 0,0 0 0,0-1 0,0 0 0,-2-5 0,0-2 0,-3 39 0,1-25 0,0-22 0,4-9 0,0 5 0,0 15 0,0 20 0,0 8 0,0-4 0,-2-19 0,-1-19 0,-1-6 0,-2 11 0,-4 19 0,-4 14 0,-4-2 0,4-18 0,6-19 0,-1 6 0,4 18 0,-6 25 0,5-32 0,1 3 0,2 2 0,1 2 0,-1 4 0,1 1 0,2-2 0,0-1 0,0-8 0,0-3 0,0 32 0,0-27 0,0-14 0,0 6 0,0 17 0,0 14 0,0 3 0,0-19 0,0-20 0,0-19 0,0-10 0,0-6 0,0-3 0,0-2 0,0 0 0,0 1 0,0 3 0,0 1 0,-2-1 0,-2-2 0,-1 24 0,1-22 0,2 19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1:55:24.5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827 1 24575,'0'10'0,"3"17"0,7 17 0,1 4 0,3-8 0,-2-11 0,-6-8 0,-1-3 0,-2-1 0,0 0 0,2 7 0,2 12 0,4 12 0,2 12 0,-1 4 0,0-5 0,-4-11 0,-2-11 0,-1-8 0,0-8 0,-1-5 0,1-5 0,-2-6 0,-6-2 0,-6-2 0,-8-1 0,-4 0 0,0 0 0,3 0 0,2 0 0,0 0 0,-1 0 0,0 0 0,5 0 0,2 0 0,1 0 0,-1 0 0,-2 0 0,1 0 0,-1 0 0,2 0 0,1 0 0,-1 0 0,-2 0 0,-1 2 0,-2 0 0,2 0 0,1 0 0,-1-1 0,-1-1 0,-2 0 0,-1 0 0,-15 7 0,-27 11 0,-23 11 0,-11 5 0,13-5 0,26-7 0,22-10 0,13-5 0,8-4 0,2-3 0,1 0 0,-1 0 0,1 0 0,0 0 0,-1 0 0,3 1 0,-2 2 0,0-1 0,0 0 0,-1-2 0,0 0 0,0 0 0,0 0 0,0 0 0,1 0 0,3 0 0,2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1:55:29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695 0 24575,'-5'0'0,"-1"0"0,-2 0 0,-1 0 0,0 4 0,1 1 0,0 3 0,2 1 0,-1 0 0,1 0 0,2 1 0,2 0 0,1 0 0,-1 0 0,-1 1 0,-2-1 0,-2 1 0,0 1 0,-2 0 0,1 1 0,-2 1 0,-3 0 0,-1 0 0,-2-3 0,-1 0 0,3-2 0,2-1 0,1-2 0,1 0 0,-3 0 0,-5 0 0,-14 6 0,-21 7 0,-14 9 0,-8 2 0,5-4 0,20-10 0,15-9 0,14-4 0,8-3 0,5 0 0,6 0 0,9 0 0,2 0 0,3 0 0,-3 0 0,1 0 0,0 0 0,0 0 0,0 0 0,0 0 0,0 2 0,0 1 0,4 3 0,3 1 0,4 0 0,3-1 0,1 0 0,-1-2 0,0-1 0,1 0 0,-1-3 0,1 0 0,0 0 0,-1 0 0,-1 0 0,-2 0 0,-1 3 0,-2 0 0,-2 0 0,0 0 0,-1 0 0,0 0 0,2 3 0,-2-1 0,2 1 0,3 1 0,2-1 0,2 3 0,-3 0 0,-1-2 0,-2 2 0,1 0 0,-1 0 0,-3-1 0,0 1 0,-3 0 0,2-1 0,0 5 0,-1 1 0,2 1 0,-3 2 0,-1-2 0,0 0 0,0 0 0,-2 0 0,0 1 0,-1-1 0,0-3 0,0-4 0,0-3 0,0 0 0,0-1 0,1-1 0,1 2 0,1 1 0,3 0 0,2 3 0,2-3 0,0-1 0,0 0 0,1 0 0,0 1 0,-1-1 0,-5 3 0,-4-2 0,-2 0 0,1 2 0,-1 2 0,1 2 0,0 2 0,2 1 0,0 2 0,-1 1 0,-1-4 0,-1-4 0,-3-3 0,-1 1 0,-3 3 0,0 4 0,-4 7 0,-4 3 0,-4 2 0,0 0 0,3-5 0,1-5 0,2-4 0,1-3 0,3-5 0,5-3 0,5-8 0,7-1 0,1-2 0,1 3 0,0 2 0,-2 2 0,-1 2 0,-1 0 0,-1 0 0,-1 0 0,-1 0 0,-2 0 0,1 0 0,-1 0 0,1 0 0,0 0 0,1 0 0,2 0 0,0 0 0,0 0 0,-2-4 0,-3-1 0,-4-3 0,-3-6 0,-2-3 0,-2-9 0,-2-8 0,-4-3 0,0 2 0,-1 5 0,2 5 0,2 0 0,4 1 0,-2 2 0,1 1 0,1 0 0,0 1 0,3 1 0,0 5 0,0 4 0,0 1 0,-1 2 0,-1 0 0,0 5 0,0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1:55:32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292 1 24575,'0'5'0,"0"3"0,0 4 0,0-1 0,0 2 0,0 1 0,0 0 0,0 1 0,0-3 0,0-3 0,0 2 0,-6 0 0,-6 2 0,-8 4 0,-4-1 0,-1 3 0,0 2 0,1 1 0,1 2 0,2 0 0,3 1 0,3-4 0,3-1 0,1-2 0,4-3 0,0-2 0,0-4 0,2-2 0,-3-2 0,1-1 0,0-3 0,2-4 0,2-6 0,3-7 0,1-4 0,4-4 0,4-1 0,5 1 0,5 1 0,3 2 0,2 2 0,1 3 0,-1 1 0,-2 3 0,-4 1 0,-3-1 0,-3 0 0,2 0 0,0-3 0,-1 2 0,-3 2 0,-3 2 0,-2 1 0,-2 4 0,0-1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1:55:52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1:55:53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2923 1736 24575,'-40'-10'0,"-42"-31"0,15 5 0,-6-6-304,13 6 0,-3-3 0,-1 0 304,-5-3 0,0-1 0,-1 1 0,4 4 0,1 1 0,0 1 0,4 3 0,2 2 0,0 1 0,-21-11 0,3 2 149,7 2 1,1 1-150,1-2 0,1 1 76,6 1 0,1 1-76,1 2 0,2 0 0,4 2 0,3 1 0,-33-20 461,11 4-461,13 2 0,1 0 0,-8-6 0,-5-1 0,1 3 0,2 2 0,-1 0 0,-9-4 0,31 21 0,-3 0 0,-3-2 0,1 1 0,3 1 0,3 0 0,-29-16 0,39 20 0,19 13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1:55:57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4686 2738 24575,'3'4'0,"-81"-50"0,11 5 0,-14-9 0,-6-5-1195,19 12 1,-4-2 0,-3-3 0,-2-2 0,-1 0 1194,3 2 0,-2-3 0,-1 0 0,-1-1 0,1 0 0,0 1 0,3 1 0,-1 0 0,0 0 0,1 1 0,2 1 0,3 2 0,-1-1 0,1 2 0,3 0 0,2 3 0,2 1 539,-21-14 1,4 3 0,7 6-540,-5-1 0,10 7 993,-13-9-993,20 11 0,-1 1 0,-1-1 3220,-8 0-3220,-4 6 139,-5 1-139,33 13 0,0-1 0,-6-3 0,-1-1 0,-9-4 0,-2-2 0,-8-6 0,-2-1 0,-7-5 0,-3-2-270,22 11 0,0-3 0,-2 0 270,-5-4 0,-1-2 0,-1 0 0,-6-3 0,-1-1 0,0 0 0,4 0 0,0 0 0,3 2 0,8 6 0,3 2 0,3 2-1304,-7-4 1,9 6 0,3 1 0,33 23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1:55:59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24575,'3'0'0,"-1"0"0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1:56:01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24575,'0'2'0,"0"0"0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1:55:52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1:55:53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2923 1736 24575,'-40'-10'0,"-42"-31"0,15 5 0,-6-6-304,13 6 0,-3-3 0,-1 0 304,-5-3 0,0-1 0,-1 1 0,4 4 0,1 1 0,0 1 0,4 3 0,2 2 0,0 1 0,-21-11 0,3 2 149,7 2 1,1 1-150,1-2 0,1 1 76,6 1 0,1 1-76,1 2 0,2 0 0,4 2 0,3 1 0,-33-20 461,11 4-461,13 2 0,1 0 0,-8-6 0,-5-1 0,1 3 0,2 2 0,-1 0 0,-9-4 0,31 21 0,-3 0 0,-3-2 0,1 1 0,3 1 0,3 0 0,-29-16 0,39 20 0,19 13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1:55:57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4686 2738 24575,'3'4'0,"-81"-50"0,11 5 0,-14-9 0,-6-5-1195,19 12 1,-4-2 0,-3-3 0,-2-2 0,-1 0 1194,3 2 0,-2-3 0,-1 0 0,-1-1 0,1 0 0,0 1 0,3 1 0,-1 0 0,0 0 0,1 1 0,2 1 0,3 2 0,-1-1 0,1 2 0,3 0 0,2 3 0,2 1 539,-21-14 1,4 3 0,7 6-540,-5-1 0,10 7 993,-13-9-993,20 11 0,-1 1 0,-1-1 3220,-8 0-3220,-4 6 139,-5 1-139,33 13 0,0-1 0,-6-3 0,-1-1 0,-9-4 0,-2-2 0,-8-6 0,-2-1 0,-7-5 0,-3-2-270,22 11 0,0-3 0,-2 0 270,-5-4 0,-1-2 0,-1 0 0,-6-3 0,-1-1 0,0 0 0,4 0 0,0 0 0,3 2 0,8 6 0,3 2 0,3 2-1304,-7-4 1,9 6 0,3 1 0,33 23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1:55:59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24575,'3'0'0,"-1"0"0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1:56:01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24575,'0'2'0,"0"0"0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4:31:29.2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899 1042 24575,'9'0'0,"8"0"0,10 0 0,14 0 0,10 0 0,9 3 0,3 2 0,1 4 0,8 4 0,2-1 0,6 1 0,12-3 0,-41-7 0,3-1 0,11 3 0,4 0 0,10-1 0,3-1 0,3 1 0,0 0 0,-3 1 0,-3-1 0,-11-1 0,-4-1 0,30 3 0,-35-1 0,-20-4 0,-14 0 0,-7 0 0,-4 0 0,-2 0 0,0 0 0,2 0 0,4 0 0,13 0 0,10 0 0,8-3 0,4-1 0,-5-4 0,0-3 0,-4-3 0,-2-3 0,-5 2 0,-6 0 0,-3 4 0,-6 0 0,-5 0 0,-1 0 0,-2-2 0,2 0 0,1 0 0,-2 1 0,4 0 0,1-4 0,3-3 0,4-9 0,6-10 0,6-2 0,3-5 0,2 5 0,-6 5 0,-5 4 0,-4 4 0,-10 5 0,-5 0 0,-6 3 0,-1 3 0,-1-2 0,-2 2 0,-1 0 0,-3-1 0,0 2 0,0-1 0,0 0 0,0 2 0,0 0 0,0 0 0,0 0 0,-3-2 0,-6-1 0,-9-3 0,-10 1 0,-11-2 0,-7-10 0,-9-4 0,-3-3 0,-1 0 0,5 6 0,8 5 0,7 5 0,3 6 0,-6 4 0,-12 0 0,-6 1 0,-3-1 0,-2 3 0,-1 4 0,-4 1 0,-2 4 0,-6 0 0,-1 0 0,5 0 0,7 0 0,13 0 0,-1 0 0,-11 0 0,-16 0 0,-13 0 0,44 0 0,-1 0 0,-43 0 0,12 0 0,10 0 0,13 0 0,1 0 0,-11 0 0,-4 0 0,-6 0 0,2 0 0,0 0 0,-1 0 0,-8 0 0,-7 0 0,-2 0 0,45 0 0,-1 0 0,-46 0 0,6 0 0,13 0 0,14 0 0,14 0 0,17 3 0,3 2 0,1 4 0,-2 5 0,-5 2 0,1 3 0,0 2 0,-1 1 0,7-1 0,5 2 0,9-3 0,6-4 0,4 0 0,3-2 0,3 4 0,-1-1 0,1 2 0,0-1 0,0-3 0,0 2 0,0-2 0,0 0 0,0-1 0,0 0 0,0 1 0,0-1 0,4 3 0,1-2 0,4 1 0,3-1 0,-5-3 0,1-2 0,-3-2 0,1 1 0,-1 1 0,1 2 0,0 0 0,0 2 0,1 5 0,-1 3 0,2 3 0,-1 3 0,2 4 0,-1 5 0,0 0 0,1-3 0,0-4 0,0-5 0,0-5 0,0-6 0,0-3 0,1-2 0,4 0 0,0 0 0,5 0 0,2 3 0,4 1 0,8 6 0,6 2 0,4 0 0,-2-3 0,-7-6 0,-6-6 0,-2-3 0,0-1 0,-4-2 0,-4 0 0,-2 0 0,-1 0 0,0 0 0,1 0 0,-2 0 0,-2 0 0,-1 0 0,2 0 0,4 0 0,4 0 0,9 0 0,2 0 0,0-3 0,-2-1 0,-4 1 0,0 0 0,-2 1 0,-4-1 0,-7-2 0,-4-2 0,-3 1 0,-1-1 0,2 3 0,3 0 0,4-2 0,2 2 0,-1 1 0,-2 1 0,-2 0 0,-4-12 0,-4 9 0,-3-7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4:31:36.1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267 1095 24575,'-2'4'0,"-5"-6"0,-6-7 0,-12-10 0,-6-7 0,1-1 0,3 3 0,10 5 0,7 6 0,4 3 0,5 0 0,1 0 0,-1-1 0,1 0 0,0 1 0,0 0 0,0 0 0,0 0 0,0 0 0,0 0 0,2 0 0,3-2 0,3 2 0,3-4 0,2-1 0,3 0 0,1-1 0,2 3 0,3 0 0,1 0 0,3 0 0,4 0 0,3 3 0,4-1 0,-1 1 0,-4-1 0,-3 0 0,-3 0 0,0 2 0,-1-1 0,-2-1 0,-1 1 0,-3-2 0,0 1 0,2 0 0,0-2 0,1 3 0,-2 0 0,-1 0 0,3 0 0,-2-3 0,1 0 0,-1 0 0,-1-1 0,4-1 0,5-3 0,10-3 0,8-1 0,7-2 0,3-1 0,3 0 0,7 1 0,7-1 0,6 1 0,0 1 0,7-1 0,-9 5 0,-13 4 0,-14 6 0,-18 7 0,-5 2 0,-2 0 0,1 0 0,-3 0 0,-2 0 0,-2 0 0,-1 0 0,4 0 0,0 0 0,3 0 0,1 0 0,0 0 0,0 0 0,-1 0 0,1 0 0,3 0 0,3 0 0,0 5 0,-1 4 0,-4 4 0,-1 5 0,-1-1 0,-2-2 0,-2-4 0,-2-2 0,-3 0 0,0-1 0,-1 0 0,1 0 0,0-2 0,1 1 0,-2-2 0,3 2 0,2 4 0,-2-1 0,4 1 0,-4 0 0,2 0 0,1 1 0,-1 4 0,2 3 0,-3 0 0,-3 2 0,-1 0 0,0 2 0,2 9 0,1 5 0,-1 6 0,-3-1 0,0-1 0,-1-5 0,-3-4 0,-2-1 0,-6-6 0,-2-2 0,0-2 0,0-3 0,0 1 0,0-1 0,0 0 0,0 3 0,0 1 0,0 4 0,-5 0 0,-8-3 0,-6-4 0,-4 0 0,1-6 0,0 0 0,2-2 0,-2-5 0,1-1 0,1-3 0,-1-1 0,2-1 0,0 0 0,-3 0 0,-1 0 0,-2 0 0,-1 0 0,-5 0 0,-1 0 0,1 0 0,4 0 0,6 0 0,-1 0 0,-3 0 0,-6 0 0,-6 0 0,-5 0 0,-8 0 0,-4 0 0,-2 0 0,0 0 0,-1 0 0,5 0 0,1 1 0,0 3 0,3 1 0,2 1 0,0-1 0,0 1 0,-1-2 0,2 2 0,2 0 0,5-3 0,1 3 0,-6-3 0,-5 5 0,-7-1 0,-4-2 0,-1-1 0,5-4 0,1 0 0,4 0 0,3 0 0,1 0 0,3 0 0,-5 0 0,-4 0 0,-2 0 0,-1 0 0,10 0 0,6 0 0,8 0 0,6 0 0,0 0 0,3 0 0,0 0 0,0 0 0,-2-1 0,-2-2 0,0-7 0,0-6 0,0-4 0,1 0 0,0 4 0,4 2 0,4-1 0,5 0 0,-2 0 0,2 3 0,-1 0 0,1 1 0,-1 3 0,0-2 0,-1 3 0,2 1 0,3 0 0,0 1 0,5-2 0,2 0 0,2-4 0,0-3 0,2 2 0,6-4 0,6 1 0,7 1 0,4 1 0,0 2 0,1 0 0,-1-2 0,1-2 0,-1-1 0,-1-2 0,-3 0 0,-3-2 0,-2-1 0,-2 2 0,-2 2 0,1-1 0,1 1 0,0 0 0,-2 0 0,-2 4 0,-5 1 0,2-1 0,0 2 0,1 0 0,-1 1 0,-2 2 0,1-2 0,-1 2 0,1 0 0,2-4 0,1 0 0,1 1 0,-1-2 0,1 1 0,-1-3 0,2-2 0,1-2 0,-2 1 0,2-1 0,1 2 0,0 0 0,5 1 0,-1-1 0,2-1 0,3 0 0,1-1 0,3 2 0,0-2 0,4-4 0,6-2 0,6 0 0,6-1 0,1 0 0,-1 3 0,0 2 0,-5 7 0,-6 5 0,-7 3 0,-4 2 0,0 2 0,0 2 0,-1 0 0,-2 0 0,-2 0 0,1 0 0,0 0 0,4 0 0,-1 0 0,6 0 0,10 0 0,8 0 0,5 0 0,-7 0 0,-9 0 0,-2 0 0,-4 0 0,0 0 0,-2 0 0,-4 3 0,0 1 0,-4 2 0,0 0 0,0 1 0,1 2 0,0-1 0,-3 0 0,-2-3 0,-3-1 0,-1 0 0,-2-2 0,-2 1 0,-8-3 0,-24-4 0,-8-12 0,0 8 0,9-6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4:31:42.3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611 1510 24575,'-8'0'0,"-6"0"0,-6 0 0,-1 0 0,0 0 0,4 0 0,5-2 0,1-3 0,4-6 0,2-5 0,2-3 0,2 1 0,1 2 0,0 0 0,0-1 0,0-1 0,2 3 0,1 0 0,5 3 0,3 3 0,-1-1 0,-2 2 0,-6-3 0,-1 1 0,-1 1 0,0 0 0,0-1 0,0 0 0,0 0 0,-1-3 0,-2 2 0,-5 0 0,-4-1 0,-2 2 0,-3-3 0,2 2 0,-3 2 0,0-2 0,3 0 0,1 1 0,5-2 0,4 0 0,-1-2 0,2-7 0,-3-7 0,-1-8 0,1-7 0,1 3 0,3-2 0,2 5 0,1 5 0,0 5 0,0 7 0,0 4 0,3 5 0,11-1 0,10 1 0,12-3 0,7-2 0,2-1 0,4-2 0,-1 0 0,-2 1 0,0 0 0,-6 2 0,-5 3 0,-5 0 0,-4 2 0,-1-1 0,1-2 0,-3 0 0,-1 1 0,1-3 0,-1-3 0,4-4 0,-3 1 0,-2 0 0,1 0 0,0 0 0,4-4 0,3-5 0,5-4 0,9-5 0,9-4 0,8 1 0,0 5 0,-3 8 0,-7 11 0,-10 8 0,-7 5 0,-6 5 0,-2 1 0,-6 0 0,-1 0 0,-6 2 0,-1 6 0,0 5 0,-1 6 0,6 3 0,0 0 0,-1 4 0,-2 0 0,-7 0 0,-1-1 0,-1 1 0,-1-1 0,0-5 0,-3-2 0,0-3 0,-2-3 0,-3 4 0,-3-1 0,-3 1 0,2 2 0,-1-2 0,2 2 0,1 0 0,-1 1 0,-4 2 0,-3 0 0,-3 1 0,-1-1 0,0 3 0,-5 7 0,-1 6 0,0 1 0,1 2 0,2-3 0,3-6 0,0 0 0,4-5 0,-2-2 0,1-2 0,0 0 0,1-2 0,3 1 0,-1 0 0,3 2 0,-2 2 0,1 6 0,1 1 0,-5 0 0,1 0 0,-1 0 0,0 1 0,2 4 0,0-2 0,1-3 0,0-4 0,1-2 0,2 0 0,-1-1 0,1 0 0,3-5 0,1-4 0,1-5 0,0-1 0,-1 1 0,0 2 0,-2 2 0,-2 2 0,-4 1 0,-2-3 0,-3-4 0,-3-1 0,2-2 0,-3-1 0,0-1 0,-5-4 0,-5-1 0,-5 3 0,-4 0 0,-6 1 0,-7-1 0,-4-4 0,-1 0 0,-1 0 0,-4 0 0,3 0 0,-4 0 0,5 0 0,5 0 0,2 0 0,11-3 0,6-3 0,6-2 0,5-3 0,2 1 0,5-1 0,5-1 0,4 1 0,2-3 0,3-9 0,1-6 0,3-2 0,0-5 0,0 4 0,0 0 0,2 1 0,9 1 0,6-2 0,8 0 0,3 3 0,3 6 0,6 1 0,0 0 0,3 1 0,-4 0 0,-4 2 0,-4-1 0,-6 1 0,-3 1 0,1-1 0,-1 4 0,0 2 0,2 1 0,2 4 0,2 1 0,1 4 0,-2 3 0,-2 0 0,-4 0 0,-3 0 0,-1-1 0,-1-3 0,0-3 0,0-4 0,11-6 0,19-14 0,38-22 0,-24 14 0,4-3 0,13-11 0,2-2 0,3-2 0,-1 1 0,-11 5 0,-3 4 0,-12 12 0,-4 4 0,13-2 0,-25 17 0,-15 9 0,-11-2 0,-7-1 0,-3 0 0,-4 0 0,-3 3 0,-6-2 0,-5 3 0,0 1 0,-2-1 0,4 3 0,2 0 0,2 0 0,0 3 0,-2-1 0,-3 1 0,0 0 0,6 0 0,2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4:31:44.4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310 2156 24575,'-5'-2'0,"3"-3"0,-1-7 0,3-10 0,0-12 0,0-4 0,0-3 0,0-1 0,0 8 0,0 3 0,0 8 0,5 7 0,8-1 0,14 5 0,12 0 0,4 3 0,1 0 0,-5-1 0,-5-1 0,-4-2 0,-4 0 0,-6 0 0,-7 0 0,-7-2 0,-2-10 0,1-21 0,0-24 0,-1-14 0,-4-2 0,-1 15 0,-8 19 0,-13 12 0,-18 13 0,-17 4 0,-6 2 0,1-1 0,6-7 0,4-7 0,2-14 0,1-11 0,5-6 0,3-11 0,4-2 0,4 6 0,9 7 0,11 19 0,9 6 0,4 5 0,0-2 0,0-4 0,5-6 0,8-4 0,8 1 0,4 5 0,-1 10 0,-1 8 0,-4 6 0,-1 2 0,-1-1 0,-1 1 0,0 1 0,-6 10 0,-4 4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4:31:47.6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509 2521 24575,'4'-2'0,"-2"-4"0,0-6 0,-2-10 0,0-10 0,0-8 0,0-3 0,4 3 0,7 6 0,8 6 0,5 2 0,-1-4 0,1-11 0,1-26 0,2-15 0,-3-12 0,-5 0 0,-7 19 0,-7 9 0,-1 13 0,-9 5 0,-7 0 0,-9 0 0,-7 0 0,-5-2 0,-5-5 0,-10-7 0,-11-6 0,-8-3 0,-4 4 0,4 5 0,5 6 0,4 0 0,8-5 0,6 0 0,9 0 0,12 7 0,10 10 0,9 8 0,4 0 0,0-2 0,1-6 0,4-9 0,6-2 0,7-5 0,4 0 0,1 1 0,-2 7 0,-4 12 0,-5 9 0,-6 13 0,-3 5 0,-4 4 0,1 4 0,-1 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4:31:49.8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558 3079 24575,'-5'-9'0,"-6"-16"0,-9-33 0,8 12 0,1-6 0,-2-16 0,1-6 0,3-12 0,3-3 0,1-5 0,3-1 0,-1-2 0,2 1 0,1 4 0,0 2 0,1 4 0,1 2 0,4 11 0,4 3 0,2 11 0,6 6 0,26-28 0,7 26 0,-4 13 0,-3 3 0,-4 0 0,2-11 0,6-17 0,0-16 0,-23 36 0,-2-1 0,-4 0 0,-3 0 0,3-39 0,-10 10 0,-9 11 0,-6 3 0,-13 4 0,-19 3 0,-18 0 0,-12-2 0,-7-2 0,34 28 0,-3 1 0,-5-2 0,-3 2 0,-2 0 0,-2 3 0,3 3 0,0 2 0,-37-14 0,21 14 0,18 10 0,17 4 0,10 0 0,9 2 0,3-4 0,5 5 0,2 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4:31:54.6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123 0 24575,'-6'4'0,"0"6"0,1 6 0,2 7 0,-1 2 0,0 1 0,-2 0 0,0-1 0,-1 1 0,1-4 0,0 0 0,0 0 0,-1 0 0,-2 4 0,2-1 0,-2-2 0,3 0 0,-1-1 0,1 1 0,2 2 0,1 2 0,3 4 0,0 1 0,0-1 0,0-1 0,0-5 0,0-3 0,0 0 0,3-3 0,5-2 0,4 1 0,3-2 0,2 3 0,2 0 0,0 1 0,3-1 0,-1-5 0,-2-3 0,0-4 0,-1-1 0,-2 0 0,3-3 0,2 1 0,1-4 0,4 0 0,0 0 0,0 0 0,-1 0 0,6 0 0,9 0 0,6 0 0,6 3 0,0 0 0,-3 3 0,5 0 0,1-3 0,0 4 0,-2-1 0,-9-2 0,-7 3 0,-5-4 0,-1 1 0,11-1 0,8-3 0,8 0 0,-3 0 0,-7 0 0,-6 0 0,-2 0 0,3 0 0,4 0 0,-1 0 0,-1 0 0,-3 0 0,0 0 0,0 0 0,-5 0 0,-4 0 0,-8 0 0,-5 0 0,-4 0 0,-2 0 0,-1 0 0,1 0 0,0 0 0,1 0 0,2 0 0,1-3 0,0 1 0,-5-4 0,-2-1 0,-2 1 0,0-3 0,2 0 0,1 0 0,1 0 0,2 1 0,6-4 0,10-4 0,10-1 0,2-2 0,-6 5 0,-6 1 0,-5 0 0,0 0 0,-3 2 0,-4 1 0,-4 2 0,-6 2 0,2-1 0,-3 2 0,0-2 0,0 0 0,-1 1 0,-1-2 0,2 0 0,0-3 0,3-4 0,4-4 0,5-9 0,8-5 0,11-6 0,2 3 0,-4 7 0,-9 8 0,-10 10 0,-7 1 0,-3 1 0,-1 2 0,-1-2 0,-5 2 0,-3-1 0,-1 3 0,-1 2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4:31:58.0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2953 188 24575,'0'14'0,"0"8"0,0 12 0,0 3 0,0-3 0,3 5 0,1-1 0,5 13 0,0 8 0,-3 2 0,-2 1 0,-4-11 0,0 0 0,0-2 0,0 1 0,0 2 0,0-8 0,-1-8 0,-5-8 0,-9-9 0,-11-4 0,-6-6 0,1-4 0,5 0 0,4-2 0,-4 0 0,-11-1 0,-26 2 0,-35 10 0,33-1 0,-5 3 0,-11 4 0,-2 2 0,-2 4 0,2 2 0,5-2 0,3 1 0,12-4 0,4-1 0,-28 10 0,26-18 0,19-10 0,13-4 0,2 0 0,5 0 0,-2 0 0,-14 0 0,-14 0 0,-21-2 0,-24-8 0,42 1 0,-1-1 0,-3-2 0,1-1 0,3 0 0,2 1 0,-38-9 0,18 3 0,9-1 0,4-3 0,4 2 0,2 0 0,4 4 0,1 3 0,1-1 0,0-3 0,-5-6 0,-7-7 0,-2-8 0,2 0 0,7 1 0,13-1 0,11-1 0,13-4 0,10-3 0,4 2 0,2 8 0,0 6 0,0 8 0,2 0 0,4 2 0,4 0 0,3 1 0,-3-1 0,-1 1 0,-3-1 0,-2-2 0,0 2 0,-1-2 0,6 3 0,7 3 0,7 1 0,10 3 0,11 1 0,12 1 0,14-1 0,9 1 0,0-1 0,0 0 0,7-7 0,-37 5 0,1-3 0,6 1 0,0-1 0,3-1 0,0 1 0,-8 2 0,-2 3 0,28-4 0,-16 5 0,-12 7 0,4 3 0,14 0 0,15 0 0,-31-4 0,3-2 0,5-3 0,2-1 0,3-1 0,1-1 0,3 0 0,0 0 0,-1 4 0,1 0 0,0 2 0,-1 0 0,-3 1 0,0-1 0,-1 1 0,0 1 0,0 1 0,0 1 0,-2 0 0,-2 1 0,-2 1 0,-3 0 0,34 0 0,-27 0 0,-20 0 0,-12 0 0,-7 0 0,0 0 0,0 0 0,2 3 0,2 3 0,10 6 0,14 4 0,21 6 0,24 8 0,-40-12 0,2 2 0,2 2 0,0 2 0,-4-2 0,-4 1 0,28 17 0,-37-9 0,-39-15 0,-5-9 0,-16-5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AD758D-17EE-AE60-26CC-22F3EC6230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125A1E8-71DF-4766-9BBA-533863A7C6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ABADB98-CC10-BB6C-B417-E11FCDBC1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11066-DD40-974E-BB58-9F35E8F25F73}" type="datetimeFigureOut">
              <a:rPr kumimoji="1" lang="zh-TW" altLang="en-US" smtClean="0"/>
              <a:t>2026/8/31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1DE26F4-0D0D-7367-729A-AFED2ED3E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0805ACA-3B5F-8E98-BB9B-8DD6590D6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C2857-F437-9446-B4CE-C8ADBD7BF86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780209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9A3769-4B75-6B85-53F2-4FF9DF3BB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A33BAA-721C-F49E-B781-78C00E8CA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75D3A76-42E0-C99A-E946-7564C813B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11066-DD40-974E-BB58-9F35E8F25F73}" type="datetimeFigureOut">
              <a:rPr kumimoji="1" lang="zh-TW" altLang="en-US" smtClean="0"/>
              <a:t>2026/8/31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A1A2A60-65D6-2424-D592-1F7535937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9EC0174-109B-A791-ACA3-36F580834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C2857-F437-9446-B4CE-C8ADBD7BF86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05506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394641-CBA8-C835-9237-B0E4C5346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1E4FD93-B365-A42E-678E-8B02CCF11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CC00CB-4548-6874-4131-82041B589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11066-DD40-974E-BB58-9F35E8F25F73}" type="datetimeFigureOut">
              <a:rPr kumimoji="1" lang="zh-TW" altLang="en-US" smtClean="0"/>
              <a:t>2026/8/31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A22218-3F39-43FA-2611-FA32959E8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1CF78C-443A-C6D3-3937-DB3A686ED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C2857-F437-9446-B4CE-C8ADBD7BF86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83225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4058A5-3848-9843-E790-715D9EE34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BEBB4F-1E7C-12C6-BE47-D2030CABB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AAB5A4A-46EC-3157-6DE4-5E23C606B8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47A6C3E-1742-CFB5-E7D7-8D6B30E99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11066-DD40-974E-BB58-9F35E8F25F73}" type="datetimeFigureOut">
              <a:rPr kumimoji="1" lang="zh-TW" altLang="en-US" smtClean="0"/>
              <a:t>2026/8/31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D833F3C-1D28-C695-E7B5-35C7F6A3A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19C7581-B431-1459-DE62-63EAA84CF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C2857-F437-9446-B4CE-C8ADBD7BF86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09612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AC93CB-1124-46DA-AAC2-5D5BDD5C1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2F252B-E2B0-724D-065B-5F002AAEA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C298E28-1432-8AEE-70AB-EA4149F308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88F0C78-48F7-937C-9028-CC458F2D55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836066D-797E-0401-570F-BB12C9286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D1DC479-F1B1-7DDB-6EB5-5E07FE3B8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11066-DD40-974E-BB58-9F35E8F25F73}" type="datetimeFigureOut">
              <a:rPr kumimoji="1" lang="zh-TW" altLang="en-US" smtClean="0"/>
              <a:t>2026/8/31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EF21251-81B2-EE8C-CDCA-5A715B20F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5DB9264-1DAB-4A2F-9C65-EA9EDC80D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C2857-F437-9446-B4CE-C8ADBD7BF86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638773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78C564-F466-21CA-6EEC-247FD8002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4E2566E-2E81-EF83-B1CE-43317E41E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11066-DD40-974E-BB58-9F35E8F25F73}" type="datetimeFigureOut">
              <a:rPr kumimoji="1" lang="zh-TW" altLang="en-US" smtClean="0"/>
              <a:t>2026/8/31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0C5D9A6-1F1A-12C1-3C70-673E2285D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DF8B663-BC9A-1F63-EFD5-C21EE007F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C2857-F437-9446-B4CE-C8ADBD7BF86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05580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B94B00A-F7ED-B22E-1A8B-D5E6E9697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11066-DD40-974E-BB58-9F35E8F25F73}" type="datetimeFigureOut">
              <a:rPr kumimoji="1" lang="zh-TW" altLang="en-US" smtClean="0"/>
              <a:t>2026/8/31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905D92B-9446-1E9D-BC7C-76C2CFB63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E7355C9-958E-6CE7-FC0D-8332EB994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C2857-F437-9446-B4CE-C8ADBD7BF86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58996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D61A2D-406C-2094-FB0F-ADEAA8EB7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1558904-BBDD-2458-AA19-E5FBCE7AB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0EA69FF-84B0-60C7-A8B1-DAD6CFD2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BDA8461-B4ED-D4E4-BEA1-6C71EFE93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11066-DD40-974E-BB58-9F35E8F25F73}" type="datetimeFigureOut">
              <a:rPr kumimoji="1" lang="zh-TW" altLang="en-US" smtClean="0"/>
              <a:t>2026/8/31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5554728-64D9-9A29-9C3C-51FEEDD68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6956EA2-044E-BEB8-4A34-739287FF4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C2857-F437-9446-B4CE-C8ADBD7BF86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65823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2719B4-0C10-180A-FFAD-CB91724C4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194ED61-E954-B363-DA53-AA77606F63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AEAB817-F075-DAA0-0323-07D136960A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FBAABEE-2D10-52D4-3C01-A46EA8A1B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11066-DD40-974E-BB58-9F35E8F25F73}" type="datetimeFigureOut">
              <a:rPr kumimoji="1" lang="zh-TW" altLang="en-US" smtClean="0"/>
              <a:t>2026/8/31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B813F24-5381-DB41-E1F3-52AD0A144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60A38BF-C2DB-76C7-3716-22B0C93C5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C2857-F437-9446-B4CE-C8ADBD7BF86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215758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E4C696-883D-4355-51D3-341995E61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EAA5193-9775-539A-E3CF-547766972E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D37C201-85AC-03A5-C4F7-6931E584A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11066-DD40-974E-BB58-9F35E8F25F73}" type="datetimeFigureOut">
              <a:rPr kumimoji="1" lang="zh-TW" altLang="en-US" smtClean="0"/>
              <a:t>2026/8/31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321721E-9E27-0BEC-6D87-05FA79364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A658AC0-72F0-0986-470E-EDED8CAC6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C2857-F437-9446-B4CE-C8ADBD7BF86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81272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3FAA749-0DD6-780F-CE31-F14C0E5301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E67EA8B-814F-CA55-EE2A-76C7757AF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2A5381-70D7-3E47-ACC9-459C97458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11066-DD40-974E-BB58-9F35E8F25F73}" type="datetimeFigureOut">
              <a:rPr kumimoji="1" lang="zh-TW" altLang="en-US" smtClean="0"/>
              <a:t>2026/8/31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B725E17-1517-D0E1-658E-46E99C21E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F9B7E69-6AC5-6F67-319F-79AE654FF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C2857-F437-9446-B4CE-C8ADBD7BF86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44675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826710F-37FB-574B-2B02-59B022208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81AAAC7-25C5-EB18-C499-DDB9DAF18D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2605DC8-ED1D-4E34-CEE1-BEFDD708DE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211066-DD40-974E-BB58-9F35E8F25F73}" type="datetimeFigureOut">
              <a:rPr kumimoji="1" lang="zh-TW" altLang="en-US" smtClean="0"/>
              <a:t>2026/8/31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B8A3DA3-A716-A95D-A9CB-48CFFD245C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EAD782A-046A-BAE3-5A5C-E438ABCAC9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8C2857-F437-9446-B4CE-C8ADBD7BF86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76530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customXml" Target="../ink/ink5.xml"/><Relationship Id="rId3" Type="http://schemas.openxmlformats.org/officeDocument/2006/relationships/image" Target="../media/image6.png"/><Relationship Id="rId7" Type="http://schemas.openxmlformats.org/officeDocument/2006/relationships/customXml" Target="../ink/ink2.xml"/><Relationship Id="rId12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customXml" Target="../ink/ink3.xml"/><Relationship Id="rId1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customXml" Target="../ink/ink6.xml"/><Relationship Id="rId7" Type="http://schemas.openxmlformats.org/officeDocument/2006/relationships/customXml" Target="../ink/ink8.xm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3.png"/><Relationship Id="rId5" Type="http://schemas.openxmlformats.org/officeDocument/2006/relationships/customXml" Target="../ink/ink7.xml"/><Relationship Id="rId10" Type="http://schemas.openxmlformats.org/officeDocument/2006/relationships/customXml" Target="../ink/ink10.xml"/><Relationship Id="rId4" Type="http://schemas.openxmlformats.org/officeDocument/2006/relationships/image" Target="../media/image20.png"/><Relationship Id="rId9" Type="http://schemas.openxmlformats.org/officeDocument/2006/relationships/customXml" Target="../ink/ink9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customXml" Target="../ink/ink11.xml"/><Relationship Id="rId7" Type="http://schemas.openxmlformats.org/officeDocument/2006/relationships/customXml" Target="../ink/ink13.xm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3.png"/><Relationship Id="rId5" Type="http://schemas.openxmlformats.org/officeDocument/2006/relationships/customXml" Target="../ink/ink12.xml"/><Relationship Id="rId10" Type="http://schemas.openxmlformats.org/officeDocument/2006/relationships/customXml" Target="../ink/ink15.xml"/><Relationship Id="rId4" Type="http://schemas.openxmlformats.org/officeDocument/2006/relationships/image" Target="../media/image20.png"/><Relationship Id="rId9" Type="http://schemas.openxmlformats.org/officeDocument/2006/relationships/customXml" Target="../ink/ink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customXml" Target="../ink/ink21.xml"/><Relationship Id="rId18" Type="http://schemas.openxmlformats.org/officeDocument/2006/relationships/image" Target="../media/image33.png"/><Relationship Id="rId3" Type="http://schemas.openxmlformats.org/officeDocument/2006/relationships/customXml" Target="../ink/ink16.xml"/><Relationship Id="rId7" Type="http://schemas.openxmlformats.org/officeDocument/2006/relationships/customXml" Target="../ink/ink18.xml"/><Relationship Id="rId12" Type="http://schemas.openxmlformats.org/officeDocument/2006/relationships/image" Target="../media/image30.png"/><Relationship Id="rId17" Type="http://schemas.openxmlformats.org/officeDocument/2006/relationships/customXml" Target="../ink/ink23.xml"/><Relationship Id="rId2" Type="http://schemas.openxmlformats.org/officeDocument/2006/relationships/image" Target="../media/image16.jp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customXml" Target="../ink/ink20.xml"/><Relationship Id="rId5" Type="http://schemas.openxmlformats.org/officeDocument/2006/relationships/customXml" Target="../ink/ink17.xml"/><Relationship Id="rId15" Type="http://schemas.openxmlformats.org/officeDocument/2006/relationships/customXml" Target="../ink/ink22.xml"/><Relationship Id="rId10" Type="http://schemas.openxmlformats.org/officeDocument/2006/relationships/image" Target="../media/image29.png"/><Relationship Id="rId4" Type="http://schemas.openxmlformats.org/officeDocument/2006/relationships/image" Target="../media/image26.png"/><Relationship Id="rId9" Type="http://schemas.openxmlformats.org/officeDocument/2006/relationships/customXml" Target="../ink/ink19.xml"/><Relationship Id="rId1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70C78-CF19-AD56-B59D-B6CCDB22B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BB40410-6D38-4AC5-85C5-66A42A6868FE}"/>
              </a:ext>
            </a:extLst>
          </p:cNvPr>
          <p:cNvSpPr txBox="1"/>
          <p:nvPr/>
        </p:nvSpPr>
        <p:spPr>
          <a:xfrm>
            <a:off x="3268461" y="3172714"/>
            <a:ext cx="565507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6600" dirty="0">
                <a:latin typeface="Kaiti SC" panose="02010600040101010101" pitchFamily="2" charset="-122"/>
                <a:ea typeface="Kaiti SC" panose="02010600040101010101" pitchFamily="2" charset="-122"/>
                <a:cs typeface="Yuppy SC" panose="020F0603040207020204" pitchFamily="34" charset="-122"/>
              </a:rPr>
              <a:t>道路安全講座</a:t>
            </a:r>
            <a:endParaRPr kumimoji="1" lang="en-US" altLang="zh-TW" sz="6600" dirty="0">
              <a:latin typeface="Kaiti SC" panose="02010600040101010101" pitchFamily="2" charset="-122"/>
              <a:ea typeface="Kaiti SC" panose="02010600040101010101" pitchFamily="2" charset="-122"/>
              <a:cs typeface="Yuppy SC" panose="020F0603040207020204" pitchFamily="34" charset="-122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DC9A139-1EC1-1379-08E2-E25BCBF885B1}"/>
              </a:ext>
            </a:extLst>
          </p:cNvPr>
          <p:cNvSpPr txBox="1"/>
          <p:nvPr/>
        </p:nvSpPr>
        <p:spPr>
          <a:xfrm>
            <a:off x="-865572" y="1222444"/>
            <a:ext cx="2214978" cy="7786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50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merican Typewriter" panose="02090604020004020304" pitchFamily="18" charset="0"/>
                <a:ea typeface="Apple Symbols" panose="02000000000000000000" pitchFamily="2" charset="-79"/>
                <a:cs typeface="Apple Symbols" panose="02000000000000000000" pitchFamily="2" charset="-79"/>
              </a:rPr>
              <a:t>&amp;</a:t>
            </a:r>
            <a:endParaRPr lang="zh-TW" altLang="en-US" sz="50000" dirty="0">
              <a:solidFill>
                <a:schemeClr val="accent2">
                  <a:lumMod val="20000"/>
                  <a:lumOff val="80000"/>
                </a:schemeClr>
              </a:solidFill>
              <a:latin typeface="American Typewriter" panose="02090604020004020304" pitchFamily="18" charset="0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753F6A2-8DF2-9485-EFB4-CAAF044025F1}"/>
              </a:ext>
            </a:extLst>
          </p:cNvPr>
          <p:cNvSpPr txBox="1"/>
          <p:nvPr/>
        </p:nvSpPr>
        <p:spPr>
          <a:xfrm>
            <a:off x="4152530" y="853112"/>
            <a:ext cx="3886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Kaiti SC" panose="02010600040101010101" pitchFamily="2" charset="-122"/>
                <a:ea typeface="Kaiti SC" panose="02010600040101010101" pitchFamily="2" charset="-122"/>
              </a:rPr>
              <a:t>115</a:t>
            </a:r>
            <a:r>
              <a:rPr kumimoji="1" lang="zh-TW" altLang="en-US" dirty="0">
                <a:latin typeface="Kaiti SC" panose="02010600040101010101" pitchFamily="2" charset="-122"/>
                <a:ea typeface="Kaiti SC" panose="02010600040101010101" pitchFamily="2" charset="-122"/>
              </a:rPr>
              <a:t>年高雄科技大學機械工程系學會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A2225EA-8CD9-B722-AC43-72D18C5FA0AA}"/>
              </a:ext>
            </a:extLst>
          </p:cNvPr>
          <p:cNvSpPr txBox="1"/>
          <p:nvPr/>
        </p:nvSpPr>
        <p:spPr>
          <a:xfrm>
            <a:off x="3268461" y="2261857"/>
            <a:ext cx="565507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6600" dirty="0">
                <a:latin typeface="Kaiti SC" panose="02010600040101010101" pitchFamily="2" charset="-122"/>
                <a:ea typeface="Kaiti SC" panose="02010600040101010101" pitchFamily="2" charset="-122"/>
                <a:cs typeface="Yuppy SC" panose="020F0603040207020204" pitchFamily="34" charset="-122"/>
              </a:rPr>
              <a:t>不負責任</a:t>
            </a:r>
            <a:endParaRPr kumimoji="1" lang="en-US" altLang="zh-TW" sz="6600" dirty="0">
              <a:latin typeface="Kaiti SC" panose="02010600040101010101" pitchFamily="2" charset="-122"/>
              <a:ea typeface="Kaiti SC" panose="02010600040101010101" pitchFamily="2" charset="-122"/>
              <a:cs typeface="Yuppy SC" panose="020F0603040207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89828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B7D54-1B5D-F7F1-945A-0EB17EE1F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5C63B7F-B1B4-E33B-C4D2-0893D9B01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8038681"/>
          </a:xfrm>
          <a:prstGeom prst="rect">
            <a:avLst/>
          </a:prstGeom>
        </p:spPr>
      </p:pic>
      <p:sp>
        <p:nvSpPr>
          <p:cNvPr id="61" name="Accent Bar"/>
          <p:cNvSpPr/>
          <p:nvPr/>
        </p:nvSpPr>
        <p:spPr>
          <a:xfrm>
            <a:off x="558800" y="635000"/>
            <a:ext cx="685800" cy="762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Quote Rule"/>
          <p:cNvSpPr/>
          <p:nvPr/>
        </p:nvSpPr>
        <p:spPr>
          <a:xfrm>
            <a:off x="533400" y="4800600"/>
            <a:ext cx="50800" cy="9398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1FC9F8F-D950-C753-1E25-76CF4DE85E50}"/>
              </a:ext>
            </a:extLst>
          </p:cNvPr>
          <p:cNvSpPr txBox="1"/>
          <p:nvPr/>
        </p:nvSpPr>
        <p:spPr>
          <a:xfrm>
            <a:off x="6262577" y="5078680"/>
            <a:ext cx="57864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8000" dirty="0">
                <a:solidFill>
                  <a:schemeClr val="bg1"/>
                </a:solidFill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經典案例</a:t>
            </a:r>
          </a:p>
        </p:txBody>
      </p:sp>
    </p:spTree>
    <p:extLst>
      <p:ext uri="{BB962C8B-B14F-4D97-AF65-F5344CB8AC3E}">
        <p14:creationId xmlns:p14="http://schemas.microsoft.com/office/powerpoint/2010/main" val="16346856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728D1-4063-09B8-19C1-68D447EAF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46D1556-248A-47DA-EF8C-5F6410FC1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778023"/>
            <a:ext cx="12192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833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15D9A-738C-C355-1C4A-C6ABAB42D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A89D807-64BD-95F4-B925-9446D4063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778023"/>
            <a:ext cx="12192000" cy="12192000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F136364E-6D80-C692-E149-C6CB32F6CE63}"/>
              </a:ext>
            </a:extLst>
          </p:cNvPr>
          <p:cNvSpPr txBox="1"/>
          <p:nvPr/>
        </p:nvSpPr>
        <p:spPr>
          <a:xfrm>
            <a:off x="4746979" y="1939835"/>
            <a:ext cx="556542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9600" dirty="0">
                <a:solidFill>
                  <a:schemeClr val="bg1"/>
                </a:solidFill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逆向行屎</a:t>
            </a:r>
          </a:p>
        </p:txBody>
      </p:sp>
      <p:cxnSp>
        <p:nvCxnSpPr>
          <p:cNvPr id="5" name="直線箭頭接點 4">
            <a:extLst>
              <a:ext uri="{FF2B5EF4-FFF2-40B4-BE49-F238E27FC236}">
                <a16:creationId xmlns:a16="http://schemas.microsoft.com/office/drawing/2014/main" id="{5C8EE971-FC74-9E91-7E3B-1E00D5A9D5C1}"/>
              </a:ext>
            </a:extLst>
          </p:cNvPr>
          <p:cNvCxnSpPr>
            <a:cxnSpLocks/>
          </p:cNvCxnSpPr>
          <p:nvPr/>
        </p:nvCxnSpPr>
        <p:spPr>
          <a:xfrm flipH="1">
            <a:off x="3917244" y="2980266"/>
            <a:ext cx="745067" cy="188524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7550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1F746-C07E-2833-3261-BC6AD0A05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36B5CD6-630E-E39B-AFEB-7A2EC3FD4C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090" t="34717" r="-1317"/>
          <a:stretch>
            <a:fillRect/>
          </a:stretch>
        </p:blipFill>
        <p:spPr>
          <a:xfrm>
            <a:off x="-133005" y="-116378"/>
            <a:ext cx="12485717" cy="7718492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866EA0F-BF12-7584-004A-DC521FD920D7}"/>
              </a:ext>
            </a:extLst>
          </p:cNvPr>
          <p:cNvSpPr txBox="1"/>
          <p:nvPr/>
        </p:nvSpPr>
        <p:spPr>
          <a:xfrm>
            <a:off x="5350934" y="582516"/>
            <a:ext cx="56218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6600" dirty="0">
                <a:solidFill>
                  <a:schemeClr val="bg1">
                    <a:lumMod val="95000"/>
                  </a:schemeClr>
                </a:solidFill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這題比較吉手</a:t>
            </a:r>
          </a:p>
        </p:txBody>
      </p:sp>
    </p:spTree>
    <p:extLst>
      <p:ext uri="{BB962C8B-B14F-4D97-AF65-F5344CB8AC3E}">
        <p14:creationId xmlns:p14="http://schemas.microsoft.com/office/powerpoint/2010/main" val="3232816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1F1BD-87A0-9753-C5A0-4BB24BF37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4B2DB3FB-9AE5-54EE-79D1-43BCD3E453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5702" b="629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41B79260-43DD-A11D-F74B-52F86F32D832}"/>
              </a:ext>
            </a:extLst>
          </p:cNvPr>
          <p:cNvSpPr txBox="1"/>
          <p:nvPr/>
        </p:nvSpPr>
        <p:spPr>
          <a:xfrm>
            <a:off x="5305778" y="440267"/>
            <a:ext cx="56218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9600" dirty="0">
                <a:solidFill>
                  <a:schemeClr val="bg1">
                    <a:lumMod val="95000"/>
                  </a:schemeClr>
                </a:solidFill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吉追側彎</a:t>
            </a:r>
          </a:p>
        </p:txBody>
      </p:sp>
    </p:spTree>
    <p:extLst>
      <p:ext uri="{BB962C8B-B14F-4D97-AF65-F5344CB8AC3E}">
        <p14:creationId xmlns:p14="http://schemas.microsoft.com/office/powerpoint/2010/main" val="3594513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DB772-E376-AFD3-947D-6A3DD4E96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FF5E4D5-F3C8-B502-4747-26F1D7482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078" y="0"/>
            <a:ext cx="7447844" cy="6876843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5C9B0DBD-2A6D-620B-E223-EBAE014B5B42}"/>
              </a:ext>
            </a:extLst>
          </p:cNvPr>
          <p:cNvSpPr/>
          <p:nvPr/>
        </p:nvSpPr>
        <p:spPr>
          <a:xfrm>
            <a:off x="3631474" y="6232973"/>
            <a:ext cx="4467497" cy="495340"/>
          </a:xfrm>
          <a:prstGeom prst="rect">
            <a:avLst/>
          </a:prstGeom>
          <a:ln w="66675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99B585-5FC4-8D60-56E9-55F9177BF200}"/>
              </a:ext>
            </a:extLst>
          </p:cNvPr>
          <p:cNvSpPr/>
          <p:nvPr/>
        </p:nvSpPr>
        <p:spPr>
          <a:xfrm>
            <a:off x="4153989" y="5521234"/>
            <a:ext cx="3474719" cy="495340"/>
          </a:xfrm>
          <a:prstGeom prst="rect">
            <a:avLst/>
          </a:prstGeom>
          <a:ln w="66675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2961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FD1F3-2C92-FD58-6A35-D0D5B50BE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E8DFF12-9330-E47C-26F1-3CD68DB97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078" y="0"/>
            <a:ext cx="7447844" cy="687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1062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A969C-8AEF-53CC-9D16-545785D5B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B65F5F-07C6-BBAA-5288-634C6B85C877}"/>
              </a:ext>
            </a:extLst>
          </p:cNvPr>
          <p:cNvSpPr/>
          <p:nvPr/>
        </p:nvSpPr>
        <p:spPr>
          <a:xfrm>
            <a:off x="359763" y="6595672"/>
            <a:ext cx="10493115" cy="2623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592E7555-EE3E-4D14-DDC5-728B0C9C4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669" y="925689"/>
            <a:ext cx="2852470" cy="5932311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4E6BB0D1-E5EA-7521-925A-CC9BC9AED0AF}"/>
              </a:ext>
            </a:extLst>
          </p:cNvPr>
          <p:cNvSpPr txBox="1"/>
          <p:nvPr/>
        </p:nvSpPr>
        <p:spPr>
          <a:xfrm>
            <a:off x="2647244" y="262329"/>
            <a:ext cx="68297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TW" altLang="en-US" sz="4000" dirty="0"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，這倆是一樣的</a:t>
            </a:r>
            <a:br>
              <a:rPr kumimoji="1" lang="en-US" altLang="zh-TW" sz="4000" dirty="0">
                <a:latin typeface="LANTINGHEI SC DEMIBOLD" panose="02000000000000000000" pitchFamily="2" charset="-122"/>
                <a:ea typeface="LANTINGHEI SC DEMIBOLD" panose="02000000000000000000" pitchFamily="2" charset="-122"/>
              </a:rPr>
            </a:br>
            <a:endParaRPr kumimoji="1" lang="zh-TW" altLang="en-US" sz="4000" dirty="0">
              <a:latin typeface="LANTINGHEI SC DEMIBOLD" panose="02000000000000000000" pitchFamily="2" charset="-122"/>
              <a:ea typeface="LANTINGHEI SC DEMIBOLD" panose="02000000000000000000" pitchFamily="2" charset="-122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49941FB-7893-08DE-140F-C42454FAE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3868" y="1241777"/>
            <a:ext cx="1184176" cy="543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351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8E0FF-4530-7275-DB11-35A09A782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8539514-CD93-3389-F4E1-3C8713A8F99E}"/>
              </a:ext>
            </a:extLst>
          </p:cNvPr>
          <p:cNvSpPr/>
          <p:nvPr/>
        </p:nvSpPr>
        <p:spPr>
          <a:xfrm>
            <a:off x="359763" y="6595672"/>
            <a:ext cx="10493115" cy="2623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6A79BE3-777E-0524-B8ED-AABCD2FC9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669" y="925689"/>
            <a:ext cx="2852470" cy="5932311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56EDCF34-52B8-8D49-BD55-191C4B66C3CD}"/>
              </a:ext>
            </a:extLst>
          </p:cNvPr>
          <p:cNvSpPr txBox="1"/>
          <p:nvPr/>
        </p:nvSpPr>
        <p:spPr>
          <a:xfrm>
            <a:off x="2681111" y="262329"/>
            <a:ext cx="68297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4000" dirty="0"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咪眼睛看的話，這倆是一樣的</a:t>
            </a:r>
            <a:br>
              <a:rPr kumimoji="1" lang="en-US" altLang="zh-TW" sz="4000" dirty="0">
                <a:latin typeface="LANTINGHEI SC DEMIBOLD" panose="02000000000000000000" pitchFamily="2" charset="-122"/>
                <a:ea typeface="LANTINGHEI SC DEMIBOLD" panose="02000000000000000000" pitchFamily="2" charset="-122"/>
              </a:rPr>
            </a:br>
            <a:endParaRPr kumimoji="1" lang="zh-TW" altLang="en-US" sz="4000" dirty="0">
              <a:latin typeface="LANTINGHEI SC DEMIBOLD" panose="02000000000000000000" pitchFamily="2" charset="-122"/>
              <a:ea typeface="LANTINGHEI SC DEMIBOLD" panose="02000000000000000000" pitchFamily="2" charset="-122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3279B61-32D9-9838-1BF3-99F312465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4027" y="1196621"/>
            <a:ext cx="1194017" cy="5478433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C90B15CD-E7FF-C14C-0796-D530F67B25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137" y="1092698"/>
            <a:ext cx="1979204" cy="217643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443BC1F6-C692-DE0F-98B6-AD1BE65CEFB8}"/>
                  </a:ext>
                </a:extLst>
              </p14:cNvPr>
              <p14:cNvContentPartPr/>
              <p14:nvPr/>
            </p14:nvContentPartPr>
            <p14:xfrm>
              <a:off x="3402404" y="3069480"/>
              <a:ext cx="3080880" cy="3509640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443BC1F6-C692-DE0F-98B6-AD1BE65CEFB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96284" y="3063360"/>
                <a:ext cx="3093120" cy="352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D1D5BA00-5D5D-D452-67A9-F4AE77D69CF2}"/>
                  </a:ext>
                </a:extLst>
              </p14:cNvPr>
              <p14:cNvContentPartPr/>
              <p14:nvPr/>
            </p14:nvContentPartPr>
            <p14:xfrm>
              <a:off x="2703284" y="3188280"/>
              <a:ext cx="1201680" cy="3304440"/>
            </p14:xfrm>
          </p:contentPart>
        </mc:Choice>
        <mc:Fallback xmlns=""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D1D5BA00-5D5D-D452-67A9-F4AE77D69CF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97164" y="3182160"/>
                <a:ext cx="1213920" cy="331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筆跡 11">
                <a:extLst>
                  <a:ext uri="{FF2B5EF4-FFF2-40B4-BE49-F238E27FC236}">
                    <a16:creationId xmlns:a16="http://schemas.microsoft.com/office/drawing/2014/main" id="{5516D9E9-9B15-3017-F77D-47F158D51AB5}"/>
                  </a:ext>
                </a:extLst>
              </p14:cNvPr>
              <p14:cNvContentPartPr/>
              <p14:nvPr/>
            </p14:nvContentPartPr>
            <p14:xfrm>
              <a:off x="4808204" y="2993880"/>
              <a:ext cx="356400" cy="328320"/>
            </p14:xfrm>
          </p:contentPart>
        </mc:Choice>
        <mc:Fallback xmlns="">
          <p:pic>
            <p:nvPicPr>
              <p:cNvPr id="12" name="筆跡 11">
                <a:extLst>
                  <a:ext uri="{FF2B5EF4-FFF2-40B4-BE49-F238E27FC236}">
                    <a16:creationId xmlns:a16="http://schemas.microsoft.com/office/drawing/2014/main" id="{5516D9E9-9B15-3017-F77D-47F158D51AB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802084" y="2987760"/>
                <a:ext cx="368640" cy="34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群組 15">
            <a:extLst>
              <a:ext uri="{FF2B5EF4-FFF2-40B4-BE49-F238E27FC236}">
                <a16:creationId xmlns:a16="http://schemas.microsoft.com/office/drawing/2014/main" id="{35EFC85A-2BB9-172F-9917-8181D7FA9A1A}"/>
              </a:ext>
            </a:extLst>
          </p:cNvPr>
          <p:cNvGrpSpPr/>
          <p:nvPr/>
        </p:nvGrpSpPr>
        <p:grpSpPr>
          <a:xfrm>
            <a:off x="3967964" y="3065520"/>
            <a:ext cx="867600" cy="469080"/>
            <a:chOff x="3967964" y="3065520"/>
            <a:chExt cx="867600" cy="46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筆跡 12">
                  <a:extLst>
                    <a:ext uri="{FF2B5EF4-FFF2-40B4-BE49-F238E27FC236}">
                      <a16:creationId xmlns:a16="http://schemas.microsoft.com/office/drawing/2014/main" id="{CD9A5C30-00C2-6B22-7EAA-955CB651BAE3}"/>
                    </a:ext>
                  </a:extLst>
                </p14:cNvPr>
                <p14:cNvContentPartPr/>
                <p14:nvPr/>
              </p14:nvContentPartPr>
              <p14:xfrm>
                <a:off x="3967964" y="3065520"/>
                <a:ext cx="511200" cy="422640"/>
              </p14:xfrm>
            </p:contentPart>
          </mc:Choice>
          <mc:Fallback xmlns="">
            <p:pic>
              <p:nvPicPr>
                <p:cNvPr id="13" name="筆跡 12">
                  <a:extLst>
                    <a:ext uri="{FF2B5EF4-FFF2-40B4-BE49-F238E27FC236}">
                      <a16:creationId xmlns:a16="http://schemas.microsoft.com/office/drawing/2014/main" id="{CD9A5C30-00C2-6B22-7EAA-955CB651BAE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961844" y="3059400"/>
                  <a:ext cx="52344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筆跡 13">
                  <a:extLst>
                    <a:ext uri="{FF2B5EF4-FFF2-40B4-BE49-F238E27FC236}">
                      <a16:creationId xmlns:a16="http://schemas.microsoft.com/office/drawing/2014/main" id="{17B4D67A-9BB0-638B-A517-80EA0E22C248}"/>
                    </a:ext>
                  </a:extLst>
                </p14:cNvPr>
                <p14:cNvContentPartPr/>
                <p14:nvPr/>
              </p14:nvContentPartPr>
              <p14:xfrm>
                <a:off x="4730084" y="3379440"/>
                <a:ext cx="105480" cy="155160"/>
              </p14:xfrm>
            </p:contentPart>
          </mc:Choice>
          <mc:Fallback xmlns="">
            <p:pic>
              <p:nvPicPr>
                <p:cNvPr id="14" name="筆跡 13">
                  <a:extLst>
                    <a:ext uri="{FF2B5EF4-FFF2-40B4-BE49-F238E27FC236}">
                      <a16:creationId xmlns:a16="http://schemas.microsoft.com/office/drawing/2014/main" id="{17B4D67A-9BB0-638B-A517-80EA0E22C24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723964" y="3373320"/>
                  <a:ext cx="117720" cy="167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684686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19F1B-C2CD-F5B3-B593-87C1BAC00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D5E8B64-D9E8-8528-F3E3-3CF962EDC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33" y="0"/>
            <a:ext cx="9313333" cy="6860822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8562D59-91D9-CBC1-6477-130ADBE41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806" y="3576420"/>
            <a:ext cx="2187928" cy="10038729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A2A5FD37-27E3-CFE5-79DA-F2D39B83ACCA}"/>
              </a:ext>
            </a:extLst>
          </p:cNvPr>
          <p:cNvSpPr txBox="1"/>
          <p:nvPr/>
        </p:nvSpPr>
        <p:spPr>
          <a:xfrm>
            <a:off x="7000951" y="4593265"/>
            <a:ext cx="1860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chemeClr val="bg1"/>
                </a:solidFill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什麼顏色？</a:t>
            </a:r>
          </a:p>
        </p:txBody>
      </p:sp>
    </p:spTree>
    <p:extLst>
      <p:ext uri="{BB962C8B-B14F-4D97-AF65-F5344CB8AC3E}">
        <p14:creationId xmlns:p14="http://schemas.microsoft.com/office/powerpoint/2010/main" val="21173045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BD621-67E6-EE06-7302-F386C11B8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E2E4DBB-8770-6674-B463-02C3B61E3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33" y="0"/>
            <a:ext cx="9313333" cy="6860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1324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302DFC57-E3D5-EF81-EE33-87BF239A57F9}"/>
              </a:ext>
            </a:extLst>
          </p:cNvPr>
          <p:cNvSpPr txBox="1"/>
          <p:nvPr/>
        </p:nvSpPr>
        <p:spPr>
          <a:xfrm>
            <a:off x="2082799" y="2519571"/>
            <a:ext cx="8026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6600" dirty="0">
                <a:latin typeface="Kaiti SC" panose="02010600040101010101" pitchFamily="2" charset="-122"/>
                <a:ea typeface="Kaiti SC" panose="02010600040101010101" pitchFamily="2" charset="-122"/>
                <a:cs typeface="Yuppy SC" panose="020F0603040207020204" pitchFamily="34" charset="-122"/>
              </a:rPr>
              <a:t>三分鐘學會團隊合作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5C34445-758F-2E28-AF22-4327FF0B8E97}"/>
              </a:ext>
            </a:extLst>
          </p:cNvPr>
          <p:cNvSpPr txBox="1"/>
          <p:nvPr/>
        </p:nvSpPr>
        <p:spPr>
          <a:xfrm>
            <a:off x="-865572" y="1222444"/>
            <a:ext cx="2214978" cy="7786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50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merican Typewriter" panose="02090604020004020304" pitchFamily="18" charset="0"/>
                <a:ea typeface="Apple Symbols" panose="02000000000000000000" pitchFamily="2" charset="-79"/>
                <a:cs typeface="Apple Symbols" panose="02000000000000000000" pitchFamily="2" charset="-79"/>
              </a:rPr>
              <a:t>&amp;</a:t>
            </a:r>
            <a:endParaRPr lang="zh-TW" altLang="en-US" sz="50000" dirty="0">
              <a:solidFill>
                <a:schemeClr val="accent2">
                  <a:lumMod val="20000"/>
                  <a:lumOff val="80000"/>
                </a:schemeClr>
              </a:solidFill>
              <a:latin typeface="American Typewriter" panose="02090604020004020304" pitchFamily="18" charset="0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8F7E6FB-00A4-05BD-35E9-6A1E9380B76C}"/>
              </a:ext>
            </a:extLst>
          </p:cNvPr>
          <p:cNvSpPr txBox="1"/>
          <p:nvPr/>
        </p:nvSpPr>
        <p:spPr>
          <a:xfrm>
            <a:off x="4152530" y="853112"/>
            <a:ext cx="3886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Kaiti SC" panose="02010600040101010101" pitchFamily="2" charset="-122"/>
                <a:ea typeface="Kaiti SC" panose="02010600040101010101" pitchFamily="2" charset="-122"/>
              </a:rPr>
              <a:t>115</a:t>
            </a:r>
            <a:r>
              <a:rPr kumimoji="1" lang="zh-TW" altLang="en-US" dirty="0">
                <a:latin typeface="Kaiti SC" panose="02010600040101010101" pitchFamily="2" charset="-122"/>
                <a:ea typeface="Kaiti SC" panose="02010600040101010101" pitchFamily="2" charset="-122"/>
              </a:rPr>
              <a:t>年高雄科技大學機械工程系學會</a:t>
            </a:r>
          </a:p>
        </p:txBody>
      </p:sp>
    </p:spTree>
    <p:extLst>
      <p:ext uri="{BB962C8B-B14F-4D97-AF65-F5344CB8AC3E}">
        <p14:creationId xmlns:p14="http://schemas.microsoft.com/office/powerpoint/2010/main" val="1873054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80643-D967-1E9E-73C5-BCF28525D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11081622-0386-60B6-BCBF-8468DAB57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857" y="0"/>
            <a:ext cx="7257143" cy="6858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37FAA2B6-B908-79CA-E6EB-2F7265536473}"/>
              </a:ext>
            </a:extLst>
          </p:cNvPr>
          <p:cNvSpPr txBox="1"/>
          <p:nvPr/>
        </p:nvSpPr>
        <p:spPr>
          <a:xfrm>
            <a:off x="1069145" y="2875002"/>
            <a:ext cx="291201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6600" dirty="0"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兩個字</a:t>
            </a:r>
          </a:p>
        </p:txBody>
      </p:sp>
    </p:spTree>
    <p:extLst>
      <p:ext uri="{BB962C8B-B14F-4D97-AF65-F5344CB8AC3E}">
        <p14:creationId xmlns:p14="http://schemas.microsoft.com/office/powerpoint/2010/main" val="1921506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98633-1594-FC39-2866-EF9DC7406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BC55645-2D3A-B34B-D5D5-9547133A6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3763" y="0"/>
            <a:ext cx="7288237" cy="6875237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A4FA8551-2E43-63A6-2B79-CE68B1606D1A}"/>
              </a:ext>
            </a:extLst>
          </p:cNvPr>
          <p:cNvSpPr txBox="1"/>
          <p:nvPr/>
        </p:nvSpPr>
        <p:spPr>
          <a:xfrm>
            <a:off x="1069145" y="2875002"/>
            <a:ext cx="291201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6600" dirty="0"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兩個字</a:t>
            </a:r>
          </a:p>
        </p:txBody>
      </p:sp>
    </p:spTree>
    <p:extLst>
      <p:ext uri="{BB962C8B-B14F-4D97-AF65-F5344CB8AC3E}">
        <p14:creationId xmlns:p14="http://schemas.microsoft.com/office/powerpoint/2010/main" val="3708837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FCCDF5CD-2012-13F2-9710-118099E8C5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D90468D-FB50-DD62-BCE6-74E703C2A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544" y="123516"/>
            <a:ext cx="6648665" cy="6587217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06C72A7E-CE6E-E44E-35E2-B8B416CF37C9}"/>
              </a:ext>
            </a:extLst>
          </p:cNvPr>
          <p:cNvSpPr/>
          <p:nvPr/>
        </p:nvSpPr>
        <p:spPr>
          <a:xfrm>
            <a:off x="7829271" y="3595719"/>
            <a:ext cx="1443037" cy="42837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309633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98B1D-7219-C298-073B-AE37CCA8F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211044DE-3C28-6837-15DC-9206A2257C3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624C4D3-709E-FE21-B41D-488B1381C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544" y="123516"/>
            <a:ext cx="6648665" cy="6587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495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1702A-0819-4C87-45D9-E11FFA2FB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496A7CA-0BBD-1083-5131-981A21835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85423"/>
            <a:ext cx="6096001" cy="592955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8832CEC4-0034-C461-FAE4-7C05C8441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739" y="485423"/>
            <a:ext cx="6112261" cy="592955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9B0E53D-9764-4F28-4109-5A60FF98953F}"/>
              </a:ext>
            </a:extLst>
          </p:cNvPr>
          <p:cNvSpPr/>
          <p:nvPr/>
        </p:nvSpPr>
        <p:spPr>
          <a:xfrm>
            <a:off x="6639951" y="914400"/>
            <a:ext cx="5008098" cy="61897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5231BE-9C10-241E-786F-AD223F9A9089}"/>
              </a:ext>
            </a:extLst>
          </p:cNvPr>
          <p:cNvSpPr/>
          <p:nvPr/>
        </p:nvSpPr>
        <p:spPr>
          <a:xfrm>
            <a:off x="3446585" y="612250"/>
            <a:ext cx="1195752" cy="61163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D3B779-AD8F-949C-BDB8-0C6011AABB52}"/>
              </a:ext>
            </a:extLst>
          </p:cNvPr>
          <p:cNvSpPr/>
          <p:nvPr/>
        </p:nvSpPr>
        <p:spPr>
          <a:xfrm>
            <a:off x="602565" y="5676515"/>
            <a:ext cx="4715023" cy="51327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9284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0597E-C3B8-E5AE-1E08-69C6B7953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4E4E8CB-26AE-9522-EA78-DE193B7CF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85423"/>
            <a:ext cx="6096001" cy="592955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869A9976-D36C-1FA2-8811-4B54BC30C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739" y="485423"/>
            <a:ext cx="6112261" cy="5929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7614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26887-5306-5AC1-7280-6B909C90B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890A4B61-5ACF-449A-D816-87D8B1D2436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736CB90-19DB-7CF2-808A-85595BCA0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689" y="-44437"/>
            <a:ext cx="9324622" cy="6902437"/>
          </a:xfrm>
          <a:prstGeom prst="rect">
            <a:avLst/>
          </a:prstGeom>
        </p:spPr>
      </p:pic>
      <p:grpSp>
        <p:nvGrpSpPr>
          <p:cNvPr id="9" name="群組 8">
            <a:extLst>
              <a:ext uri="{FF2B5EF4-FFF2-40B4-BE49-F238E27FC236}">
                <a16:creationId xmlns:a16="http://schemas.microsoft.com/office/drawing/2014/main" id="{0A43BB7E-CD16-A1DB-817F-D27B45679D70}"/>
              </a:ext>
            </a:extLst>
          </p:cNvPr>
          <p:cNvGrpSpPr/>
          <p:nvPr/>
        </p:nvGrpSpPr>
        <p:grpSpPr>
          <a:xfrm>
            <a:off x="1993364" y="5421720"/>
            <a:ext cx="1052640" cy="624960"/>
            <a:chOff x="1993364" y="5421720"/>
            <a:chExt cx="1052640" cy="62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筆跡 5">
                  <a:extLst>
                    <a:ext uri="{FF2B5EF4-FFF2-40B4-BE49-F238E27FC236}">
                      <a16:creationId xmlns:a16="http://schemas.microsoft.com/office/drawing/2014/main" id="{BA46C7FA-1D58-9148-B1B3-8724945CA26A}"/>
                    </a:ext>
                  </a:extLst>
                </p14:cNvPr>
                <p14:cNvContentPartPr/>
                <p14:nvPr/>
              </p14:nvContentPartPr>
              <p14:xfrm>
                <a:off x="3045644" y="6046320"/>
                <a:ext cx="360" cy="360"/>
              </p14:xfrm>
            </p:contentPart>
          </mc:Choice>
          <mc:Fallback xmlns="">
            <p:pic>
              <p:nvPicPr>
                <p:cNvPr id="6" name="筆跡 5">
                  <a:extLst>
                    <a:ext uri="{FF2B5EF4-FFF2-40B4-BE49-F238E27FC236}">
                      <a16:creationId xmlns:a16="http://schemas.microsoft.com/office/drawing/2014/main" id="{BA46C7FA-1D58-9148-B1B3-8724945CA26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039524" y="604020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筆跡 6">
                  <a:extLst>
                    <a:ext uri="{FF2B5EF4-FFF2-40B4-BE49-F238E27FC236}">
                      <a16:creationId xmlns:a16="http://schemas.microsoft.com/office/drawing/2014/main" id="{A28B73FA-09C7-B456-3B12-406EE7D29F55}"/>
                    </a:ext>
                  </a:extLst>
                </p14:cNvPr>
                <p14:cNvContentPartPr/>
                <p14:nvPr/>
              </p14:nvContentPartPr>
              <p14:xfrm>
                <a:off x="1993364" y="5421720"/>
                <a:ext cx="1052280" cy="624960"/>
              </p14:xfrm>
            </p:contentPart>
          </mc:Choice>
          <mc:Fallback xmlns="">
            <p:pic>
              <p:nvPicPr>
                <p:cNvPr id="7" name="筆跡 6">
                  <a:extLst>
                    <a:ext uri="{FF2B5EF4-FFF2-40B4-BE49-F238E27FC236}">
                      <a16:creationId xmlns:a16="http://schemas.microsoft.com/office/drawing/2014/main" id="{A28B73FA-09C7-B456-3B12-406EE7D29F5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987244" y="5415600"/>
                  <a:ext cx="1064520" cy="63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0C71EAFB-63AC-24BA-818D-B141E454775F}"/>
                  </a:ext>
                </a:extLst>
              </p14:cNvPr>
              <p14:cNvContentPartPr/>
              <p14:nvPr/>
            </p14:nvContentPartPr>
            <p14:xfrm>
              <a:off x="3632444" y="3065520"/>
              <a:ext cx="1688400" cy="987480"/>
            </p14:xfrm>
          </p:contentPart>
        </mc:Choice>
        <mc:Fallback xmlns=""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0C71EAFB-63AC-24BA-818D-B141E454775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26324" y="3059400"/>
                <a:ext cx="1700640" cy="9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3BC3C874-F953-5BE2-55A3-738419D07D1F}"/>
                  </a:ext>
                </a:extLst>
              </p14:cNvPr>
              <p14:cNvContentPartPr/>
              <p14:nvPr/>
            </p14:nvContentPartPr>
            <p14:xfrm>
              <a:off x="6968564" y="4059480"/>
              <a:ext cx="2160" cy="360"/>
            </p14:xfrm>
          </p:contentPart>
        </mc:Choice>
        <mc:Fallback xmlns=""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3BC3C874-F953-5BE2-55A3-738419D07D1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62444" y="4053360"/>
                <a:ext cx="144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筆跡 11">
                <a:extLst>
                  <a:ext uri="{FF2B5EF4-FFF2-40B4-BE49-F238E27FC236}">
                    <a16:creationId xmlns:a16="http://schemas.microsoft.com/office/drawing/2014/main" id="{E4C4B46B-8476-0F0E-5F47-78AA095C037D}"/>
                  </a:ext>
                </a:extLst>
              </p14:cNvPr>
              <p14:cNvContentPartPr/>
              <p14:nvPr/>
            </p14:nvContentPartPr>
            <p14:xfrm>
              <a:off x="6718364" y="279480"/>
              <a:ext cx="360" cy="2160"/>
            </p14:xfrm>
          </p:contentPart>
        </mc:Choice>
        <mc:Fallback xmlns="">
          <p:pic>
            <p:nvPicPr>
              <p:cNvPr id="12" name="筆跡 11">
                <a:extLst>
                  <a:ext uri="{FF2B5EF4-FFF2-40B4-BE49-F238E27FC236}">
                    <a16:creationId xmlns:a16="http://schemas.microsoft.com/office/drawing/2014/main" id="{E4C4B46B-8476-0F0E-5F47-78AA095C037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712244" y="273360"/>
                <a:ext cx="12600" cy="144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285AEC49-A1FF-A31C-9E44-0A5097E0A5B9}"/>
              </a:ext>
            </a:extLst>
          </p:cNvPr>
          <p:cNvSpPr/>
          <p:nvPr/>
        </p:nvSpPr>
        <p:spPr>
          <a:xfrm>
            <a:off x="2340159" y="4918904"/>
            <a:ext cx="7801368" cy="9000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9D85FA-52F0-C067-D71C-03C68F8F6A61}"/>
              </a:ext>
            </a:extLst>
          </p:cNvPr>
          <p:cNvSpPr/>
          <p:nvPr/>
        </p:nvSpPr>
        <p:spPr>
          <a:xfrm>
            <a:off x="3231168" y="5908471"/>
            <a:ext cx="5913028" cy="9000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30472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E519D-D85C-3AF8-3D95-B4C9EC793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F09FF5F2-92FC-0912-277C-A72D5929CE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65A3DDE-4A93-BA1B-84B5-C89A8A594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689" y="-44437"/>
            <a:ext cx="9324622" cy="6902437"/>
          </a:xfrm>
          <a:prstGeom prst="rect">
            <a:avLst/>
          </a:prstGeom>
        </p:spPr>
      </p:pic>
      <p:grpSp>
        <p:nvGrpSpPr>
          <p:cNvPr id="9" name="群組 8">
            <a:extLst>
              <a:ext uri="{FF2B5EF4-FFF2-40B4-BE49-F238E27FC236}">
                <a16:creationId xmlns:a16="http://schemas.microsoft.com/office/drawing/2014/main" id="{95D65674-E5F7-8D07-C584-2CFE108EF44D}"/>
              </a:ext>
            </a:extLst>
          </p:cNvPr>
          <p:cNvGrpSpPr/>
          <p:nvPr/>
        </p:nvGrpSpPr>
        <p:grpSpPr>
          <a:xfrm>
            <a:off x="1993364" y="5421720"/>
            <a:ext cx="1052640" cy="624960"/>
            <a:chOff x="1993364" y="5421720"/>
            <a:chExt cx="1052640" cy="62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筆跡 5">
                  <a:extLst>
                    <a:ext uri="{FF2B5EF4-FFF2-40B4-BE49-F238E27FC236}">
                      <a16:creationId xmlns:a16="http://schemas.microsoft.com/office/drawing/2014/main" id="{7787EC7C-54B0-C6E5-0F8C-D69FD12135FF}"/>
                    </a:ext>
                  </a:extLst>
                </p14:cNvPr>
                <p14:cNvContentPartPr/>
                <p14:nvPr/>
              </p14:nvContentPartPr>
              <p14:xfrm>
                <a:off x="3045644" y="6046320"/>
                <a:ext cx="360" cy="360"/>
              </p14:xfrm>
            </p:contentPart>
          </mc:Choice>
          <mc:Fallback xmlns="">
            <p:pic>
              <p:nvPicPr>
                <p:cNvPr id="6" name="筆跡 5">
                  <a:extLst>
                    <a:ext uri="{FF2B5EF4-FFF2-40B4-BE49-F238E27FC236}">
                      <a16:creationId xmlns:a16="http://schemas.microsoft.com/office/drawing/2014/main" id="{7787EC7C-54B0-C6E5-0F8C-D69FD12135F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039524" y="604020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筆跡 6">
                  <a:extLst>
                    <a:ext uri="{FF2B5EF4-FFF2-40B4-BE49-F238E27FC236}">
                      <a16:creationId xmlns:a16="http://schemas.microsoft.com/office/drawing/2014/main" id="{C8C3F1D9-196E-BC9B-19CE-381F15F6E72E}"/>
                    </a:ext>
                  </a:extLst>
                </p14:cNvPr>
                <p14:cNvContentPartPr/>
                <p14:nvPr/>
              </p14:nvContentPartPr>
              <p14:xfrm>
                <a:off x="1993364" y="5421720"/>
                <a:ext cx="1052280" cy="624960"/>
              </p14:xfrm>
            </p:contentPart>
          </mc:Choice>
          <mc:Fallback xmlns="">
            <p:pic>
              <p:nvPicPr>
                <p:cNvPr id="7" name="筆跡 6">
                  <a:extLst>
                    <a:ext uri="{FF2B5EF4-FFF2-40B4-BE49-F238E27FC236}">
                      <a16:creationId xmlns:a16="http://schemas.microsoft.com/office/drawing/2014/main" id="{C8C3F1D9-196E-BC9B-19CE-381F15F6E72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987244" y="5415600"/>
                  <a:ext cx="1064520" cy="63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1097393B-7E71-B7A4-B20F-F04F920C227E}"/>
                  </a:ext>
                </a:extLst>
              </p14:cNvPr>
              <p14:cNvContentPartPr/>
              <p14:nvPr/>
            </p14:nvContentPartPr>
            <p14:xfrm>
              <a:off x="3632444" y="3065520"/>
              <a:ext cx="1688400" cy="987480"/>
            </p14:xfrm>
          </p:contentPart>
        </mc:Choice>
        <mc:Fallback xmlns=""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1097393B-7E71-B7A4-B20F-F04F920C227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26324" y="3059400"/>
                <a:ext cx="1700640" cy="9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6DF03A33-4AA4-F71D-4DD4-4D97EB6F7901}"/>
                  </a:ext>
                </a:extLst>
              </p14:cNvPr>
              <p14:cNvContentPartPr/>
              <p14:nvPr/>
            </p14:nvContentPartPr>
            <p14:xfrm>
              <a:off x="6968564" y="4059480"/>
              <a:ext cx="2160" cy="360"/>
            </p14:xfrm>
          </p:contentPart>
        </mc:Choice>
        <mc:Fallback xmlns=""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6DF03A33-4AA4-F71D-4DD4-4D97EB6F790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62444" y="4053360"/>
                <a:ext cx="144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筆跡 11">
                <a:extLst>
                  <a:ext uri="{FF2B5EF4-FFF2-40B4-BE49-F238E27FC236}">
                    <a16:creationId xmlns:a16="http://schemas.microsoft.com/office/drawing/2014/main" id="{6B95A1A6-CB35-36A4-EF9C-025D36B22C42}"/>
                  </a:ext>
                </a:extLst>
              </p14:cNvPr>
              <p14:cNvContentPartPr/>
              <p14:nvPr/>
            </p14:nvContentPartPr>
            <p14:xfrm>
              <a:off x="6718364" y="279480"/>
              <a:ext cx="360" cy="2160"/>
            </p14:xfrm>
          </p:contentPart>
        </mc:Choice>
        <mc:Fallback xmlns="">
          <p:pic>
            <p:nvPicPr>
              <p:cNvPr id="12" name="筆跡 11">
                <a:extLst>
                  <a:ext uri="{FF2B5EF4-FFF2-40B4-BE49-F238E27FC236}">
                    <a16:creationId xmlns:a16="http://schemas.microsoft.com/office/drawing/2014/main" id="{6B95A1A6-CB35-36A4-EF9C-025D36B22C4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712244" y="273360"/>
                <a:ext cx="12600" cy="1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00999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9035F060-595E-30C1-75BB-ED0C5BF02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778" y="-1367786"/>
            <a:ext cx="9454444" cy="1068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6019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F65E7-1B1C-D828-14A5-3542264F3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127F231D-B152-FDEA-DA02-64EEB4CDE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778" y="-3168451"/>
            <a:ext cx="9454444" cy="1068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897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4FE4B-E2C6-7525-B0BD-291DB2131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16508F5-F6F6-AE72-F39A-B37910542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744395"/>
            <a:ext cx="12192000" cy="92433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043C625C-6316-4622-022C-7A0190C52F09}"/>
                  </a:ext>
                </a:extLst>
              </p14:cNvPr>
              <p14:cNvContentPartPr/>
              <p14:nvPr/>
            </p14:nvContentPartPr>
            <p14:xfrm>
              <a:off x="4990792" y="5470415"/>
              <a:ext cx="1329840" cy="417600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043C625C-6316-4622-022C-7A0190C52F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84672" y="5464295"/>
                <a:ext cx="1342080" cy="42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7EDF708A-17C6-DF24-DC86-DA06FF6EC2A1}"/>
                  </a:ext>
                </a:extLst>
              </p14:cNvPr>
              <p14:cNvContentPartPr/>
              <p14:nvPr/>
            </p14:nvContentPartPr>
            <p14:xfrm>
              <a:off x="5158192" y="5071175"/>
              <a:ext cx="1015200" cy="429840"/>
            </p14:xfrm>
          </p:contentPart>
        </mc:Choice>
        <mc:Fallback xmlns=""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7EDF708A-17C6-DF24-DC86-DA06FF6EC2A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52072" y="5065055"/>
                <a:ext cx="1027440" cy="44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群組 18">
            <a:extLst>
              <a:ext uri="{FF2B5EF4-FFF2-40B4-BE49-F238E27FC236}">
                <a16:creationId xmlns:a16="http://schemas.microsoft.com/office/drawing/2014/main" id="{A31B77D1-ECCA-B0F6-38A3-1C3EF885D065}"/>
              </a:ext>
            </a:extLst>
          </p:cNvPr>
          <p:cNvGrpSpPr/>
          <p:nvPr/>
        </p:nvGrpSpPr>
        <p:grpSpPr>
          <a:xfrm>
            <a:off x="4991872" y="3299255"/>
            <a:ext cx="1458000" cy="1822320"/>
            <a:chOff x="4991872" y="3299255"/>
            <a:chExt cx="1458000" cy="182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筆跡 9">
                  <a:extLst>
                    <a:ext uri="{FF2B5EF4-FFF2-40B4-BE49-F238E27FC236}">
                      <a16:creationId xmlns:a16="http://schemas.microsoft.com/office/drawing/2014/main" id="{38BEB4B1-DA82-2AE2-7C90-0246D84317E7}"/>
                    </a:ext>
                  </a:extLst>
                </p14:cNvPr>
                <p14:cNvContentPartPr/>
                <p14:nvPr/>
              </p14:nvContentPartPr>
              <p14:xfrm>
                <a:off x="5535472" y="4532975"/>
                <a:ext cx="634680" cy="588600"/>
              </p14:xfrm>
            </p:contentPart>
          </mc:Choice>
          <mc:Fallback xmlns="">
            <p:pic>
              <p:nvPicPr>
                <p:cNvPr id="10" name="筆跡 9">
                  <a:extLst>
                    <a:ext uri="{FF2B5EF4-FFF2-40B4-BE49-F238E27FC236}">
                      <a16:creationId xmlns:a16="http://schemas.microsoft.com/office/drawing/2014/main" id="{38BEB4B1-DA82-2AE2-7C90-0246D84317E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529352" y="4526855"/>
                  <a:ext cx="646920" cy="60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筆跡 10">
                  <a:extLst>
                    <a:ext uri="{FF2B5EF4-FFF2-40B4-BE49-F238E27FC236}">
                      <a16:creationId xmlns:a16="http://schemas.microsoft.com/office/drawing/2014/main" id="{C1BC8EAF-3AFC-23E7-1CC0-FA96D75379B3}"/>
                    </a:ext>
                  </a:extLst>
                </p14:cNvPr>
                <p14:cNvContentPartPr/>
                <p14:nvPr/>
              </p14:nvContentPartPr>
              <p14:xfrm>
                <a:off x="5523952" y="3706775"/>
                <a:ext cx="236520" cy="776160"/>
              </p14:xfrm>
            </p:contentPart>
          </mc:Choice>
          <mc:Fallback xmlns="">
            <p:pic>
              <p:nvPicPr>
                <p:cNvPr id="11" name="筆跡 10">
                  <a:extLst>
                    <a:ext uri="{FF2B5EF4-FFF2-40B4-BE49-F238E27FC236}">
                      <a16:creationId xmlns:a16="http://schemas.microsoft.com/office/drawing/2014/main" id="{C1BC8EAF-3AFC-23E7-1CC0-FA96D75379B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517832" y="3700655"/>
                  <a:ext cx="248760" cy="78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4" name="筆跡 13">
                  <a:extLst>
                    <a:ext uri="{FF2B5EF4-FFF2-40B4-BE49-F238E27FC236}">
                      <a16:creationId xmlns:a16="http://schemas.microsoft.com/office/drawing/2014/main" id="{79EE4409-9838-410D-AA15-E6D0CD2FEA49}"/>
                    </a:ext>
                  </a:extLst>
                </p14:cNvPr>
                <p14:cNvContentPartPr/>
                <p14:nvPr/>
              </p14:nvContentPartPr>
              <p14:xfrm>
                <a:off x="4991872" y="3772655"/>
                <a:ext cx="266040" cy="907560"/>
              </p14:xfrm>
            </p:contentPart>
          </mc:Choice>
          <mc:Fallback xmlns="">
            <p:pic>
              <p:nvPicPr>
                <p:cNvPr id="14" name="筆跡 13">
                  <a:extLst>
                    <a:ext uri="{FF2B5EF4-FFF2-40B4-BE49-F238E27FC236}">
                      <a16:creationId xmlns:a16="http://schemas.microsoft.com/office/drawing/2014/main" id="{79EE4409-9838-410D-AA15-E6D0CD2FEA4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985752" y="3766535"/>
                  <a:ext cx="278280" cy="9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7" name="筆跡 16">
                  <a:extLst>
                    <a:ext uri="{FF2B5EF4-FFF2-40B4-BE49-F238E27FC236}">
                      <a16:creationId xmlns:a16="http://schemas.microsoft.com/office/drawing/2014/main" id="{39E6DE5A-23E1-8C30-D6E8-6C40D49E3FB0}"/>
                    </a:ext>
                  </a:extLst>
                </p14:cNvPr>
                <p14:cNvContentPartPr/>
                <p14:nvPr/>
              </p14:nvContentPartPr>
              <p14:xfrm>
                <a:off x="6099952" y="3299255"/>
                <a:ext cx="349920" cy="1108440"/>
              </p14:xfrm>
            </p:contentPart>
          </mc:Choice>
          <mc:Fallback xmlns="">
            <p:pic>
              <p:nvPicPr>
                <p:cNvPr id="17" name="筆跡 16">
                  <a:extLst>
                    <a:ext uri="{FF2B5EF4-FFF2-40B4-BE49-F238E27FC236}">
                      <a16:creationId xmlns:a16="http://schemas.microsoft.com/office/drawing/2014/main" id="{39E6DE5A-23E1-8C30-D6E8-6C40D49E3FB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093832" y="3293135"/>
                  <a:ext cx="362160" cy="112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0" name="筆跡 19">
                <a:extLst>
                  <a:ext uri="{FF2B5EF4-FFF2-40B4-BE49-F238E27FC236}">
                    <a16:creationId xmlns:a16="http://schemas.microsoft.com/office/drawing/2014/main" id="{906C1224-2517-B655-EF99-5B6761B7E879}"/>
                  </a:ext>
                </a:extLst>
              </p14:cNvPr>
              <p14:cNvContentPartPr/>
              <p14:nvPr/>
            </p14:nvContentPartPr>
            <p14:xfrm>
              <a:off x="5238112" y="5170175"/>
              <a:ext cx="954000" cy="327240"/>
            </p14:xfrm>
          </p:contentPart>
        </mc:Choice>
        <mc:Fallback xmlns="">
          <p:pic>
            <p:nvPicPr>
              <p:cNvPr id="20" name="筆跡 19">
                <a:extLst>
                  <a:ext uri="{FF2B5EF4-FFF2-40B4-BE49-F238E27FC236}">
                    <a16:creationId xmlns:a16="http://schemas.microsoft.com/office/drawing/2014/main" id="{906C1224-2517-B655-EF99-5B6761B7E87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231992" y="5164055"/>
                <a:ext cx="96624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1" name="筆跡 20">
                <a:extLst>
                  <a:ext uri="{FF2B5EF4-FFF2-40B4-BE49-F238E27FC236}">
                    <a16:creationId xmlns:a16="http://schemas.microsoft.com/office/drawing/2014/main" id="{A578083F-58A2-F941-A36E-0694E008BCE6}"/>
                  </a:ext>
                </a:extLst>
              </p14:cNvPr>
              <p14:cNvContentPartPr/>
              <p14:nvPr/>
            </p14:nvContentPartPr>
            <p14:xfrm>
              <a:off x="5074312" y="5461775"/>
              <a:ext cx="1396080" cy="486720"/>
            </p14:xfrm>
          </p:contentPart>
        </mc:Choice>
        <mc:Fallback xmlns="">
          <p:pic>
            <p:nvPicPr>
              <p:cNvPr id="21" name="筆跡 20">
                <a:extLst>
                  <a:ext uri="{FF2B5EF4-FFF2-40B4-BE49-F238E27FC236}">
                    <a16:creationId xmlns:a16="http://schemas.microsoft.com/office/drawing/2014/main" id="{A578083F-58A2-F941-A36E-0694E008BCE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068192" y="5455655"/>
                <a:ext cx="1408320" cy="49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95222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32D0B-EA9A-D485-EF2D-5DBE5A552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B4D2D4E-A843-1041-73B2-495007C1D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744399"/>
            <a:ext cx="12192000" cy="924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603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3EE6D-D00E-4838-4F6C-B6579460D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EC4AFB8-4AE5-3385-584D-7D1FAB50B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588" y="0"/>
            <a:ext cx="6874412" cy="6874412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4F0C604B-3996-205A-5B9E-BF3E75FCDBEA}"/>
              </a:ext>
            </a:extLst>
          </p:cNvPr>
          <p:cNvSpPr txBox="1"/>
          <p:nvPr/>
        </p:nvSpPr>
        <p:spPr>
          <a:xfrm>
            <a:off x="970671" y="2875002"/>
            <a:ext cx="434691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6600" dirty="0"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原本是啥</a:t>
            </a:r>
          </a:p>
        </p:txBody>
      </p:sp>
    </p:spTree>
    <p:extLst>
      <p:ext uri="{BB962C8B-B14F-4D97-AF65-F5344CB8AC3E}">
        <p14:creationId xmlns:p14="http://schemas.microsoft.com/office/powerpoint/2010/main" val="18387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AE504-BD12-D1E9-1D73-D1EA334B1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D0EC853-11DC-C339-1C12-9EA10D5D0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8307" y="0"/>
            <a:ext cx="6883693" cy="6883693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FAED06EA-A474-E5ED-113E-3526370AEA8C}"/>
              </a:ext>
            </a:extLst>
          </p:cNvPr>
          <p:cNvSpPr txBox="1"/>
          <p:nvPr/>
        </p:nvSpPr>
        <p:spPr>
          <a:xfrm>
            <a:off x="970671" y="2875002"/>
            <a:ext cx="434691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6600" dirty="0"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原本是啥</a:t>
            </a:r>
          </a:p>
        </p:txBody>
      </p:sp>
    </p:spTree>
    <p:extLst>
      <p:ext uri="{BB962C8B-B14F-4D97-AF65-F5344CB8AC3E}">
        <p14:creationId xmlns:p14="http://schemas.microsoft.com/office/powerpoint/2010/main" val="27240421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03CCE-93BC-A3E4-4ED3-8AFACEDFA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BD478BFF-A1A8-F4F0-B9FC-4C2D2C199C53}"/>
              </a:ext>
            </a:extLst>
          </p:cNvPr>
          <p:cNvSpPr txBox="1"/>
          <p:nvPr/>
        </p:nvSpPr>
        <p:spPr>
          <a:xfrm>
            <a:off x="2572537" y="2412327"/>
            <a:ext cx="70469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6600" dirty="0">
                <a:latin typeface="Kaiti SC" panose="02010600040101010101" pitchFamily="2" charset="-122"/>
                <a:ea typeface="Kaiti SC" panose="02010600040101010101" pitchFamily="2" charset="-122"/>
                <a:cs typeface="Yuppy SC" panose="020F0603040207020204" pitchFamily="34" charset="-122"/>
              </a:rPr>
              <a:t>成熟的感情關係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134FD70-CE1E-1BC7-745F-34F7316A3692}"/>
              </a:ext>
            </a:extLst>
          </p:cNvPr>
          <p:cNvSpPr txBox="1"/>
          <p:nvPr/>
        </p:nvSpPr>
        <p:spPr>
          <a:xfrm>
            <a:off x="-865572" y="1222444"/>
            <a:ext cx="2214978" cy="7786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50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merican Typewriter" panose="02090604020004020304" pitchFamily="18" charset="0"/>
                <a:ea typeface="Apple Symbols" panose="02000000000000000000" pitchFamily="2" charset="-79"/>
                <a:cs typeface="Apple Symbols" panose="02000000000000000000" pitchFamily="2" charset="-79"/>
              </a:rPr>
              <a:t>&amp;</a:t>
            </a:r>
            <a:endParaRPr lang="zh-TW" altLang="en-US" sz="50000" dirty="0">
              <a:solidFill>
                <a:schemeClr val="accent2">
                  <a:lumMod val="20000"/>
                  <a:lumOff val="80000"/>
                </a:schemeClr>
              </a:solidFill>
              <a:latin typeface="American Typewriter" panose="02090604020004020304" pitchFamily="18" charset="0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3C0482E-023E-83EC-3D0C-AC5C91335C28}"/>
              </a:ext>
            </a:extLst>
          </p:cNvPr>
          <p:cNvSpPr txBox="1"/>
          <p:nvPr/>
        </p:nvSpPr>
        <p:spPr>
          <a:xfrm>
            <a:off x="4152530" y="853112"/>
            <a:ext cx="3886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Kaiti SC" panose="02010600040101010101" pitchFamily="2" charset="-122"/>
                <a:ea typeface="Kaiti SC" panose="02010600040101010101" pitchFamily="2" charset="-122"/>
              </a:rPr>
              <a:t>115</a:t>
            </a:r>
            <a:r>
              <a:rPr kumimoji="1" lang="zh-TW" altLang="en-US" dirty="0">
                <a:latin typeface="Kaiti SC" panose="02010600040101010101" pitchFamily="2" charset="-122"/>
                <a:ea typeface="Kaiti SC" panose="02010600040101010101" pitchFamily="2" charset="-122"/>
              </a:rPr>
              <a:t>年高雄科技大學機械工程系學會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D8242C4-A3A3-F5E0-1619-8A9787B3CCF5}"/>
              </a:ext>
            </a:extLst>
          </p:cNvPr>
          <p:cNvSpPr txBox="1"/>
          <p:nvPr/>
        </p:nvSpPr>
        <p:spPr>
          <a:xfrm>
            <a:off x="6928600" y="5413709"/>
            <a:ext cx="46253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000" dirty="0"/>
              <a:t>「你見過凌晨四點的洛杉磯嗎，  </a:t>
            </a:r>
            <a:br>
              <a:rPr kumimoji="1" lang="en-US" altLang="zh-TW" sz="2000" dirty="0"/>
            </a:br>
            <a:r>
              <a:rPr kumimoji="1" lang="zh-TW" altLang="en-US" sz="2000" dirty="0"/>
              <a:t>                你吃過凌晨四點的牛肉麵嗎？」</a:t>
            </a:r>
          </a:p>
        </p:txBody>
      </p:sp>
    </p:spTree>
    <p:extLst>
      <p:ext uri="{BB962C8B-B14F-4D97-AF65-F5344CB8AC3E}">
        <p14:creationId xmlns:p14="http://schemas.microsoft.com/office/powerpoint/2010/main" val="560619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9AEB1-339B-9CCD-DDFC-8C0641F83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2959B17-CA15-05A5-8900-50A2D062B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918" y="0"/>
            <a:ext cx="8523112" cy="8523112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63ADD94D-0860-91A6-8EE6-CE35AAD1C040}"/>
              </a:ext>
            </a:extLst>
          </p:cNvPr>
          <p:cNvSpPr txBox="1"/>
          <p:nvPr/>
        </p:nvSpPr>
        <p:spPr>
          <a:xfrm>
            <a:off x="757641" y="2321004"/>
            <a:ext cx="377963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6600" dirty="0"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這啥</a:t>
            </a:r>
            <a:r>
              <a:rPr kumimoji="1" lang="en-US" altLang="zh-TW" sz="6600" dirty="0"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...</a:t>
            </a:r>
            <a:r>
              <a:rPr kumimoji="1" lang="zh-TW" altLang="en-US" sz="6600" dirty="0"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25127699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CDDA1-47B9-5DAF-576C-47AD9EEF4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1160B5C-CD22-A781-AEE6-0E218BE3C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918" y="0"/>
            <a:ext cx="8523112" cy="8523112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4502287-03FF-FE09-09D2-48D6F65D184A}"/>
              </a:ext>
            </a:extLst>
          </p:cNvPr>
          <p:cNvSpPr txBox="1"/>
          <p:nvPr/>
        </p:nvSpPr>
        <p:spPr>
          <a:xfrm>
            <a:off x="757641" y="2321004"/>
            <a:ext cx="567831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6600" dirty="0"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粿圈蒸亂</a:t>
            </a:r>
          </a:p>
        </p:txBody>
      </p:sp>
    </p:spTree>
    <p:extLst>
      <p:ext uri="{BB962C8B-B14F-4D97-AF65-F5344CB8AC3E}">
        <p14:creationId xmlns:p14="http://schemas.microsoft.com/office/powerpoint/2010/main" val="3323756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476DA-F3C6-90C8-7D15-B0961260D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165AF55-C1E5-0CC8-C7D5-84098C1A17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06" t="26996" b="27408"/>
          <a:stretch>
            <a:fillRect/>
          </a:stretch>
        </p:blipFill>
        <p:spPr>
          <a:xfrm>
            <a:off x="5288238" y="0"/>
            <a:ext cx="6903762" cy="6887681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7241737-99E2-B966-7EC1-480884A1027C}"/>
              </a:ext>
            </a:extLst>
          </p:cNvPr>
          <p:cNvSpPr txBox="1"/>
          <p:nvPr/>
        </p:nvSpPr>
        <p:spPr>
          <a:xfrm>
            <a:off x="1260764" y="2036618"/>
            <a:ext cx="26462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4400" dirty="0"/>
              <a:t>這啥鬼？</a:t>
            </a:r>
          </a:p>
        </p:txBody>
      </p:sp>
    </p:spTree>
    <p:extLst>
      <p:ext uri="{BB962C8B-B14F-4D97-AF65-F5344CB8AC3E}">
        <p14:creationId xmlns:p14="http://schemas.microsoft.com/office/powerpoint/2010/main" val="571297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C0A53-CF8F-E744-63A4-13B4CDBA7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AB204C08-50E3-FDB7-7980-9634468EE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60" name="Bar 60"/>
          <p:cNvSpPr/>
          <p:nvPr/>
        </p:nvSpPr>
        <p:spPr>
          <a:xfrm>
            <a:off x="558800" y="660400"/>
            <a:ext cx="685800" cy="762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Headline"/>
          <p:cNvSpPr txBox="1"/>
          <p:nvPr/>
        </p:nvSpPr>
        <p:spPr>
          <a:xfrm>
            <a:off x="533400" y="965200"/>
            <a:ext cx="4419600" cy="1117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zh-TW" sz="3200" b="1" dirty="0">
                <a:solidFill>
                  <a:srgbClr val="0E2841"/>
                </a:solidFill>
              </a:rPr>
              <a:t>感情升溫</a:t>
            </a:r>
            <a:r>
              <a:rPr lang="zh-TW" altLang="en-US" sz="3200" b="1" dirty="0">
                <a:solidFill>
                  <a:srgbClr val="0E2841"/>
                </a:solidFill>
              </a:rPr>
              <a:t>只要四個字</a:t>
            </a:r>
            <a:endParaRPr lang="zh-TW" sz="1500" dirty="0">
              <a:solidFill>
                <a:srgbClr val="3C4C5A"/>
              </a:solidFill>
            </a:endParaRPr>
          </a:p>
        </p:txBody>
      </p:sp>
      <p:sp>
        <p:nvSpPr>
          <p:cNvPr id="62" name="Technique"/>
          <p:cNvSpPr txBox="1"/>
          <p:nvPr/>
        </p:nvSpPr>
        <p:spPr>
          <a:xfrm>
            <a:off x="533400" y="2438400"/>
            <a:ext cx="4419600" cy="218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zh-TW" sz="1700" b="1" dirty="0">
                <a:solidFill>
                  <a:srgbClr val="E97132"/>
                </a:solidFill>
              </a:rPr>
              <a:t>01 </a:t>
            </a:r>
            <a:r>
              <a:rPr lang="en-US" altLang="zh-TW" sz="1700" b="1" dirty="0">
                <a:solidFill>
                  <a:srgbClr val="E97132"/>
                </a:solidFill>
              </a:rPr>
              <a:t>???????</a:t>
            </a:r>
            <a:endParaRPr lang="zh-TW" sz="1700" b="1" dirty="0">
              <a:solidFill>
                <a:srgbClr val="E97132"/>
              </a:solidFill>
            </a:endParaRPr>
          </a:p>
          <a:p>
            <a:pPr marL="0" indent="0" algn="l">
              <a:spcBef>
                <a:spcPts val="400"/>
              </a:spcBef>
              <a:buNone/>
            </a:pPr>
            <a:r>
              <a:rPr lang="zh-TW" altLang="en-US" sz="1450" dirty="0">
                <a:solidFill>
                  <a:srgbClr val="3C4C5A"/>
                </a:solidFill>
              </a:rPr>
              <a:t>一二三四五</a:t>
            </a:r>
            <a:endParaRPr lang="zh-TW" sz="1450" dirty="0">
              <a:solidFill>
                <a:srgbClr val="3C4C5A"/>
              </a:solidFill>
            </a:endParaRPr>
          </a:p>
          <a:p>
            <a:pPr marL="0" indent="0" algn="l">
              <a:spcBef>
                <a:spcPts val="1600"/>
              </a:spcBef>
              <a:buNone/>
            </a:pPr>
            <a:r>
              <a:rPr lang="zh-TW" sz="1700" b="1" dirty="0">
                <a:solidFill>
                  <a:srgbClr val="E97132"/>
                </a:solidFill>
              </a:rPr>
              <a:t>02 </a:t>
            </a:r>
            <a:r>
              <a:rPr lang="zh-TW" altLang="en-US" sz="1700" b="1" dirty="0">
                <a:solidFill>
                  <a:srgbClr val="E97132"/>
                </a:solidFill>
              </a:rPr>
              <a:t>這裡有文字</a:t>
            </a:r>
            <a:endParaRPr lang="zh-TW" sz="1700" b="1" dirty="0">
              <a:solidFill>
                <a:srgbClr val="E97132"/>
              </a:solidFill>
            </a:endParaRPr>
          </a:p>
          <a:p>
            <a:pPr marL="0" indent="0" algn="l">
              <a:spcBef>
                <a:spcPts val="400"/>
              </a:spcBef>
              <a:buNone/>
            </a:pPr>
            <a:r>
              <a:rPr lang="zh-TW" altLang="en-US" sz="1450" dirty="0">
                <a:solidFill>
                  <a:srgbClr val="3C4C5A"/>
                </a:solidFill>
              </a:rPr>
              <a:t>但我想哺出來</a:t>
            </a:r>
            <a:r>
              <a:rPr lang="zh-TW" sz="1450" dirty="0">
                <a:solidFill>
                  <a:srgbClr val="3C4C5A"/>
                </a:solidFill>
              </a:rPr>
              <a:t>。</a:t>
            </a:r>
          </a:p>
          <a:p>
            <a:pPr marL="0" indent="0" algn="l">
              <a:spcBef>
                <a:spcPts val="1600"/>
              </a:spcBef>
              <a:buNone/>
            </a:pPr>
            <a:r>
              <a:rPr lang="zh-TW" sz="1700" b="1" dirty="0">
                <a:solidFill>
                  <a:srgbClr val="E97132"/>
                </a:solidFill>
              </a:rPr>
              <a:t>03 給具體行動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zh-TW" altLang="en-US" sz="1450" dirty="0">
                <a:solidFill>
                  <a:srgbClr val="3C4C5A"/>
                </a:solidFill>
              </a:rPr>
              <a:t>給他一個具體的關心</a:t>
            </a:r>
            <a:r>
              <a:rPr lang="zh-TW" sz="1450" dirty="0">
                <a:solidFill>
                  <a:srgbClr val="3C4C5A"/>
                </a:solidFill>
              </a:rPr>
              <a:t>。</a:t>
            </a:r>
          </a:p>
        </p:txBody>
      </p:sp>
      <p:sp>
        <p:nvSpPr>
          <p:cNvPr id="63" name="Bar 63"/>
          <p:cNvSpPr/>
          <p:nvPr/>
        </p:nvSpPr>
        <p:spPr>
          <a:xfrm>
            <a:off x="533400" y="5029200"/>
            <a:ext cx="50800" cy="10414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Example"/>
          <p:cNvSpPr txBox="1"/>
          <p:nvPr/>
        </p:nvSpPr>
        <p:spPr>
          <a:xfrm>
            <a:off x="762000" y="5003800"/>
            <a:ext cx="4191000" cy="1092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zh-TW" sz="1400" b="1" dirty="0">
                <a:solidFill>
                  <a:srgbClr val="E97132"/>
                </a:solidFill>
              </a:rPr>
              <a:t>套用範例</a:t>
            </a:r>
          </a:p>
          <a:p>
            <a:pPr algn="l">
              <a:spcBef>
                <a:spcPts val="400"/>
              </a:spcBef>
              <a:buNone/>
            </a:pPr>
            <a:r>
              <a:rPr lang="zh-TW" altLang="en-US" b="1" dirty="0">
                <a:solidFill>
                  <a:srgbClr val="0E2841"/>
                </a:solidFill>
              </a:rPr>
              <a:t>四個字</a:t>
            </a:r>
            <a:r>
              <a:rPr lang="zh-TW" sz="1800" b="1" dirty="0">
                <a:solidFill>
                  <a:srgbClr val="0E2841"/>
                </a:solidFill>
              </a:rPr>
              <a:t>「</a:t>
            </a:r>
            <a:r>
              <a:rPr lang="en-US" altLang="zh-TW" b="1" dirty="0">
                <a:solidFill>
                  <a:srgbClr val="0E2841"/>
                </a:solidFill>
              </a:rPr>
              <a:t>  </a:t>
            </a:r>
            <a:r>
              <a:rPr lang="en-US" altLang="zh-TW" sz="1800" b="1" dirty="0">
                <a:solidFill>
                  <a:srgbClr val="0E2841"/>
                </a:solidFill>
              </a:rPr>
              <a:t>X  X  X  X  </a:t>
            </a:r>
            <a:r>
              <a:rPr lang="zh-TW" sz="1800" b="1" dirty="0">
                <a:solidFill>
                  <a:srgbClr val="0E2841"/>
                </a:solidFill>
              </a:rPr>
              <a:t>」</a:t>
            </a:r>
          </a:p>
        </p:txBody>
      </p:sp>
    </p:spTree>
    <p:extLst>
      <p:ext uri="{BB962C8B-B14F-4D97-AF65-F5344CB8AC3E}">
        <p14:creationId xmlns:p14="http://schemas.microsoft.com/office/powerpoint/2010/main" val="13343690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57AB5-2207-E463-D3DD-2E9BF02C2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8075190-EFA0-1432-8A09-D500C0923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9" y="0"/>
            <a:ext cx="6858001" cy="6858001"/>
          </a:xfrm>
          <a:prstGeom prst="rect">
            <a:avLst/>
          </a:prstGeom>
        </p:spPr>
      </p:pic>
      <p:sp>
        <p:nvSpPr>
          <p:cNvPr id="9" name="Bar 60">
            <a:extLst>
              <a:ext uri="{FF2B5EF4-FFF2-40B4-BE49-F238E27FC236}">
                <a16:creationId xmlns:a16="http://schemas.microsoft.com/office/drawing/2014/main" id="{47BCBB29-4154-1AAE-63BD-1805FC90B89B}"/>
              </a:ext>
            </a:extLst>
          </p:cNvPr>
          <p:cNvSpPr/>
          <p:nvPr/>
        </p:nvSpPr>
        <p:spPr>
          <a:xfrm>
            <a:off x="558800" y="660400"/>
            <a:ext cx="685800" cy="762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echnique">
            <a:extLst>
              <a:ext uri="{FF2B5EF4-FFF2-40B4-BE49-F238E27FC236}">
                <a16:creationId xmlns:a16="http://schemas.microsoft.com/office/drawing/2014/main" id="{A11347CC-B163-4534-EEF9-382281875FAE}"/>
              </a:ext>
            </a:extLst>
          </p:cNvPr>
          <p:cNvSpPr txBox="1"/>
          <p:nvPr/>
        </p:nvSpPr>
        <p:spPr>
          <a:xfrm>
            <a:off x="533400" y="2438400"/>
            <a:ext cx="4419600" cy="218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zh-TW" sz="1700" b="1" dirty="0">
                <a:solidFill>
                  <a:srgbClr val="E97132"/>
                </a:solidFill>
              </a:rPr>
              <a:t>01 </a:t>
            </a:r>
            <a:r>
              <a:rPr lang="en-US" altLang="zh-TW" sz="1700" b="1" dirty="0">
                <a:solidFill>
                  <a:srgbClr val="E97132"/>
                </a:solidFill>
              </a:rPr>
              <a:t>???????</a:t>
            </a:r>
            <a:endParaRPr lang="zh-TW" sz="1700" b="1" dirty="0">
              <a:solidFill>
                <a:srgbClr val="E97132"/>
              </a:solidFill>
            </a:endParaRPr>
          </a:p>
          <a:p>
            <a:pPr marL="0" indent="0" algn="l">
              <a:spcBef>
                <a:spcPts val="400"/>
              </a:spcBef>
              <a:buNone/>
            </a:pPr>
            <a:r>
              <a:rPr lang="zh-TW" altLang="en-US" sz="1450" dirty="0">
                <a:solidFill>
                  <a:srgbClr val="3C4C5A"/>
                </a:solidFill>
              </a:rPr>
              <a:t>一二三四五</a:t>
            </a:r>
            <a:endParaRPr lang="zh-TW" sz="1450" dirty="0">
              <a:solidFill>
                <a:srgbClr val="3C4C5A"/>
              </a:solidFill>
            </a:endParaRPr>
          </a:p>
          <a:p>
            <a:pPr marL="0" indent="0" algn="l">
              <a:spcBef>
                <a:spcPts val="1600"/>
              </a:spcBef>
              <a:buNone/>
            </a:pPr>
            <a:r>
              <a:rPr lang="zh-TW" sz="1700" b="1" dirty="0">
                <a:solidFill>
                  <a:srgbClr val="E97132"/>
                </a:solidFill>
              </a:rPr>
              <a:t>02 </a:t>
            </a:r>
            <a:r>
              <a:rPr lang="zh-TW" altLang="en-US" sz="1700" b="1" dirty="0">
                <a:solidFill>
                  <a:srgbClr val="E97132"/>
                </a:solidFill>
              </a:rPr>
              <a:t>這裡有文字</a:t>
            </a:r>
            <a:endParaRPr lang="zh-TW" sz="1700" b="1" dirty="0">
              <a:solidFill>
                <a:srgbClr val="E97132"/>
              </a:solidFill>
            </a:endParaRPr>
          </a:p>
          <a:p>
            <a:pPr marL="0" indent="0" algn="l">
              <a:spcBef>
                <a:spcPts val="400"/>
              </a:spcBef>
              <a:buNone/>
            </a:pPr>
            <a:r>
              <a:rPr lang="zh-TW" altLang="en-US" sz="1450" dirty="0">
                <a:solidFill>
                  <a:srgbClr val="3C4C5A"/>
                </a:solidFill>
              </a:rPr>
              <a:t>但我想哺出來</a:t>
            </a:r>
            <a:r>
              <a:rPr lang="zh-TW" sz="1450" dirty="0">
                <a:solidFill>
                  <a:srgbClr val="3C4C5A"/>
                </a:solidFill>
              </a:rPr>
              <a:t>。</a:t>
            </a:r>
          </a:p>
          <a:p>
            <a:pPr marL="0" indent="0" algn="l">
              <a:spcBef>
                <a:spcPts val="1600"/>
              </a:spcBef>
              <a:buNone/>
            </a:pPr>
            <a:r>
              <a:rPr lang="zh-TW" sz="1700" b="1" dirty="0">
                <a:solidFill>
                  <a:srgbClr val="E97132"/>
                </a:solidFill>
              </a:rPr>
              <a:t>03 給具體行動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zh-TW" altLang="en-US" sz="1450" dirty="0">
                <a:solidFill>
                  <a:srgbClr val="3C4C5A"/>
                </a:solidFill>
              </a:rPr>
              <a:t>給他一個具體的關心</a:t>
            </a:r>
            <a:r>
              <a:rPr lang="zh-TW" sz="1450" dirty="0">
                <a:solidFill>
                  <a:srgbClr val="3C4C5A"/>
                </a:solidFill>
              </a:rPr>
              <a:t>。</a:t>
            </a:r>
          </a:p>
        </p:txBody>
      </p:sp>
      <p:sp>
        <p:nvSpPr>
          <p:cNvPr id="12" name="Bar 63">
            <a:extLst>
              <a:ext uri="{FF2B5EF4-FFF2-40B4-BE49-F238E27FC236}">
                <a16:creationId xmlns:a16="http://schemas.microsoft.com/office/drawing/2014/main" id="{F9CB6B6C-9756-8878-D6C4-7607F35867D7}"/>
              </a:ext>
            </a:extLst>
          </p:cNvPr>
          <p:cNvSpPr/>
          <p:nvPr/>
        </p:nvSpPr>
        <p:spPr>
          <a:xfrm>
            <a:off x="533400" y="5029200"/>
            <a:ext cx="50800" cy="10414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Example">
            <a:extLst>
              <a:ext uri="{FF2B5EF4-FFF2-40B4-BE49-F238E27FC236}">
                <a16:creationId xmlns:a16="http://schemas.microsoft.com/office/drawing/2014/main" id="{42C3623B-CD61-2F7B-4DD9-1E3560871101}"/>
              </a:ext>
            </a:extLst>
          </p:cNvPr>
          <p:cNvSpPr txBox="1"/>
          <p:nvPr/>
        </p:nvSpPr>
        <p:spPr>
          <a:xfrm>
            <a:off x="762000" y="5003800"/>
            <a:ext cx="4191000" cy="1092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zh-TW" sz="1400" b="1" dirty="0">
                <a:solidFill>
                  <a:srgbClr val="E97132"/>
                </a:solidFill>
              </a:rPr>
              <a:t>套用範例</a:t>
            </a:r>
          </a:p>
          <a:p>
            <a:pPr algn="l">
              <a:spcBef>
                <a:spcPts val="400"/>
              </a:spcBef>
              <a:buNone/>
            </a:pPr>
            <a:r>
              <a:rPr lang="zh-TW" altLang="en-US" b="1" dirty="0">
                <a:solidFill>
                  <a:srgbClr val="0E2841"/>
                </a:solidFill>
              </a:rPr>
              <a:t>四個字</a:t>
            </a:r>
            <a:r>
              <a:rPr lang="zh-TW" sz="1800" b="1" dirty="0">
                <a:solidFill>
                  <a:srgbClr val="0E2841"/>
                </a:solidFill>
              </a:rPr>
              <a:t>「</a:t>
            </a:r>
            <a:r>
              <a:rPr lang="en-US" altLang="zh-TW" b="1" dirty="0">
                <a:solidFill>
                  <a:srgbClr val="0E2841"/>
                </a:solidFill>
              </a:rPr>
              <a:t>  </a:t>
            </a:r>
            <a:r>
              <a:rPr lang="zh-TW" altLang="en-US" sz="1800" b="1" dirty="0">
                <a:solidFill>
                  <a:srgbClr val="0E2841"/>
                </a:solidFill>
              </a:rPr>
              <a:t>多 喝 熱 水</a:t>
            </a:r>
            <a:r>
              <a:rPr lang="zh-TW" sz="1800" b="1" dirty="0">
                <a:solidFill>
                  <a:srgbClr val="0E2841"/>
                </a:solidFill>
              </a:rPr>
              <a:t>」</a:t>
            </a:r>
          </a:p>
        </p:txBody>
      </p:sp>
      <p:sp>
        <p:nvSpPr>
          <p:cNvPr id="4" name="Headline">
            <a:extLst>
              <a:ext uri="{FF2B5EF4-FFF2-40B4-BE49-F238E27FC236}">
                <a16:creationId xmlns:a16="http://schemas.microsoft.com/office/drawing/2014/main" id="{3313A85C-F143-923A-008B-D5CDEC2DC09A}"/>
              </a:ext>
            </a:extLst>
          </p:cNvPr>
          <p:cNvSpPr txBox="1"/>
          <p:nvPr/>
        </p:nvSpPr>
        <p:spPr>
          <a:xfrm>
            <a:off x="533400" y="965200"/>
            <a:ext cx="4419600" cy="1117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zh-TW" sz="3200" b="1" dirty="0">
                <a:solidFill>
                  <a:srgbClr val="0E2841"/>
                </a:solidFill>
              </a:rPr>
              <a:t>感情升溫</a:t>
            </a:r>
            <a:r>
              <a:rPr lang="zh-TW" altLang="en-US" sz="3200" b="1" dirty="0">
                <a:solidFill>
                  <a:srgbClr val="0E2841"/>
                </a:solidFill>
              </a:rPr>
              <a:t>只要四個字</a:t>
            </a:r>
            <a:endParaRPr lang="zh-TW" sz="1500" dirty="0">
              <a:solidFill>
                <a:srgbClr val="3C4C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7233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2711D-C693-54AA-7000-413C4F6FF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群組 6">
            <a:extLst>
              <a:ext uri="{FF2B5EF4-FFF2-40B4-BE49-F238E27FC236}">
                <a16:creationId xmlns:a16="http://schemas.microsoft.com/office/drawing/2014/main" id="{2A7AFCC5-E780-B076-A872-86E39DC4943A}"/>
              </a:ext>
            </a:extLst>
          </p:cNvPr>
          <p:cNvGrpSpPr/>
          <p:nvPr/>
        </p:nvGrpSpPr>
        <p:grpSpPr>
          <a:xfrm>
            <a:off x="5564372" y="1364835"/>
            <a:ext cx="3494568" cy="4033284"/>
            <a:chOff x="5564372" y="1531088"/>
            <a:chExt cx="3494568" cy="4033284"/>
          </a:xfrm>
          <a:solidFill>
            <a:schemeClr val="bg1">
              <a:lumMod val="95000"/>
            </a:schemeClr>
          </a:solidFill>
        </p:grpSpPr>
        <p:sp>
          <p:nvSpPr>
            <p:cNvPr id="5" name="手繪多邊形 4">
              <a:extLst>
                <a:ext uri="{FF2B5EF4-FFF2-40B4-BE49-F238E27FC236}">
                  <a16:creationId xmlns:a16="http://schemas.microsoft.com/office/drawing/2014/main" id="{16CFF7B1-502C-EB0B-CF3C-72F71812C968}"/>
                </a:ext>
              </a:extLst>
            </p:cNvPr>
            <p:cNvSpPr/>
            <p:nvPr/>
          </p:nvSpPr>
          <p:spPr>
            <a:xfrm>
              <a:off x="5564372" y="1531088"/>
              <a:ext cx="3494568" cy="2977117"/>
            </a:xfrm>
            <a:custGeom>
              <a:avLst/>
              <a:gdLst>
                <a:gd name="csX0" fmla="*/ 70884 w 3494568"/>
                <a:gd name="csY0" fmla="*/ 836428 h 2977117"/>
                <a:gd name="csX1" fmla="*/ 120502 w 3494568"/>
                <a:gd name="csY1" fmla="*/ 843517 h 2977117"/>
                <a:gd name="csX2" fmla="*/ 198475 w 3494568"/>
                <a:gd name="csY2" fmla="*/ 822252 h 2977117"/>
                <a:gd name="csX3" fmla="*/ 233916 w 3494568"/>
                <a:gd name="csY3" fmla="*/ 815163 h 2977117"/>
                <a:gd name="csX4" fmla="*/ 262270 w 3494568"/>
                <a:gd name="csY4" fmla="*/ 808075 h 2977117"/>
                <a:gd name="csX5" fmla="*/ 304800 w 3494568"/>
                <a:gd name="csY5" fmla="*/ 786810 h 2977117"/>
                <a:gd name="csX6" fmla="*/ 361507 w 3494568"/>
                <a:gd name="csY6" fmla="*/ 765545 h 2977117"/>
                <a:gd name="csX7" fmla="*/ 411126 w 3494568"/>
                <a:gd name="csY7" fmla="*/ 744279 h 2977117"/>
                <a:gd name="csX8" fmla="*/ 439479 w 3494568"/>
                <a:gd name="csY8" fmla="*/ 730103 h 2977117"/>
                <a:gd name="csX9" fmla="*/ 467833 w 3494568"/>
                <a:gd name="csY9" fmla="*/ 723014 h 2977117"/>
                <a:gd name="csX10" fmla="*/ 489098 w 3494568"/>
                <a:gd name="csY10" fmla="*/ 715926 h 2977117"/>
                <a:gd name="csX11" fmla="*/ 524540 w 3494568"/>
                <a:gd name="csY11" fmla="*/ 701749 h 2977117"/>
                <a:gd name="csX12" fmla="*/ 581247 w 3494568"/>
                <a:gd name="csY12" fmla="*/ 687572 h 2977117"/>
                <a:gd name="csX13" fmla="*/ 602512 w 3494568"/>
                <a:gd name="csY13" fmla="*/ 673396 h 2977117"/>
                <a:gd name="csX14" fmla="*/ 645042 w 3494568"/>
                <a:gd name="csY14" fmla="*/ 659219 h 2977117"/>
                <a:gd name="csX15" fmla="*/ 708837 w 3494568"/>
                <a:gd name="csY15" fmla="*/ 616689 h 2977117"/>
                <a:gd name="csX16" fmla="*/ 730102 w 3494568"/>
                <a:gd name="csY16" fmla="*/ 602512 h 2977117"/>
                <a:gd name="csX17" fmla="*/ 751368 w 3494568"/>
                <a:gd name="csY17" fmla="*/ 595424 h 2977117"/>
                <a:gd name="csX18" fmla="*/ 815163 w 3494568"/>
                <a:gd name="csY18" fmla="*/ 531628 h 2977117"/>
                <a:gd name="csX19" fmla="*/ 843516 w 3494568"/>
                <a:gd name="csY19" fmla="*/ 503275 h 2977117"/>
                <a:gd name="csX20" fmla="*/ 878958 w 3494568"/>
                <a:gd name="csY20" fmla="*/ 453656 h 2977117"/>
                <a:gd name="csX21" fmla="*/ 900223 w 3494568"/>
                <a:gd name="csY21" fmla="*/ 432391 h 2977117"/>
                <a:gd name="csX22" fmla="*/ 921488 w 3494568"/>
                <a:gd name="csY22" fmla="*/ 404038 h 2977117"/>
                <a:gd name="csX23" fmla="*/ 942754 w 3494568"/>
                <a:gd name="csY23" fmla="*/ 382772 h 2977117"/>
                <a:gd name="csX24" fmla="*/ 978195 w 3494568"/>
                <a:gd name="csY24" fmla="*/ 340242 h 2977117"/>
                <a:gd name="csX25" fmla="*/ 1006549 w 3494568"/>
                <a:gd name="csY25" fmla="*/ 318977 h 2977117"/>
                <a:gd name="csX26" fmla="*/ 1027814 w 3494568"/>
                <a:gd name="csY26" fmla="*/ 297712 h 2977117"/>
                <a:gd name="csX27" fmla="*/ 1056168 w 3494568"/>
                <a:gd name="csY27" fmla="*/ 283535 h 2977117"/>
                <a:gd name="csX28" fmla="*/ 1077433 w 3494568"/>
                <a:gd name="csY28" fmla="*/ 262270 h 2977117"/>
                <a:gd name="csX29" fmla="*/ 1112875 w 3494568"/>
                <a:gd name="csY29" fmla="*/ 241005 h 2977117"/>
                <a:gd name="csX30" fmla="*/ 1162493 w 3494568"/>
                <a:gd name="csY30" fmla="*/ 212652 h 2977117"/>
                <a:gd name="csX31" fmla="*/ 1233377 w 3494568"/>
                <a:gd name="csY31" fmla="*/ 177210 h 2977117"/>
                <a:gd name="csX32" fmla="*/ 1332614 w 3494568"/>
                <a:gd name="csY32" fmla="*/ 134679 h 2977117"/>
                <a:gd name="csX33" fmla="*/ 1368056 w 3494568"/>
                <a:gd name="csY33" fmla="*/ 120503 h 2977117"/>
                <a:gd name="csX34" fmla="*/ 1424763 w 3494568"/>
                <a:gd name="csY34" fmla="*/ 106326 h 2977117"/>
                <a:gd name="csX35" fmla="*/ 1467293 w 3494568"/>
                <a:gd name="csY35" fmla="*/ 85061 h 2977117"/>
                <a:gd name="csX36" fmla="*/ 1495647 w 3494568"/>
                <a:gd name="csY36" fmla="*/ 70884 h 2977117"/>
                <a:gd name="csX37" fmla="*/ 1524000 w 3494568"/>
                <a:gd name="csY37" fmla="*/ 63796 h 2977117"/>
                <a:gd name="csX38" fmla="*/ 1594884 w 3494568"/>
                <a:gd name="csY38" fmla="*/ 42531 h 2977117"/>
                <a:gd name="csX39" fmla="*/ 1658679 w 3494568"/>
                <a:gd name="csY39" fmla="*/ 35442 h 2977117"/>
                <a:gd name="csX40" fmla="*/ 1694121 w 3494568"/>
                <a:gd name="csY40" fmla="*/ 28354 h 2977117"/>
                <a:gd name="csX41" fmla="*/ 1842977 w 3494568"/>
                <a:gd name="csY41" fmla="*/ 14177 h 2977117"/>
                <a:gd name="csX42" fmla="*/ 1906772 w 3494568"/>
                <a:gd name="csY42" fmla="*/ 7089 h 2977117"/>
                <a:gd name="csX43" fmla="*/ 2424223 w 3494568"/>
                <a:gd name="csY43" fmla="*/ 14177 h 2977117"/>
                <a:gd name="csX44" fmla="*/ 2466754 w 3494568"/>
                <a:gd name="csY44" fmla="*/ 28354 h 2977117"/>
                <a:gd name="csX45" fmla="*/ 2530549 w 3494568"/>
                <a:gd name="csY45" fmla="*/ 49619 h 2977117"/>
                <a:gd name="csX46" fmla="*/ 2594344 w 3494568"/>
                <a:gd name="csY46" fmla="*/ 70884 h 2977117"/>
                <a:gd name="csX47" fmla="*/ 2615609 w 3494568"/>
                <a:gd name="csY47" fmla="*/ 77972 h 2977117"/>
                <a:gd name="csX48" fmla="*/ 2714847 w 3494568"/>
                <a:gd name="csY48" fmla="*/ 92149 h 2977117"/>
                <a:gd name="csX49" fmla="*/ 3019647 w 3494568"/>
                <a:gd name="csY49" fmla="*/ 85061 h 2977117"/>
                <a:gd name="csX50" fmla="*/ 3090530 w 3494568"/>
                <a:gd name="csY50" fmla="*/ 63796 h 2977117"/>
                <a:gd name="csX51" fmla="*/ 3111795 w 3494568"/>
                <a:gd name="csY51" fmla="*/ 56707 h 2977117"/>
                <a:gd name="csX52" fmla="*/ 3133061 w 3494568"/>
                <a:gd name="csY52" fmla="*/ 42531 h 2977117"/>
                <a:gd name="csX53" fmla="*/ 3211033 w 3494568"/>
                <a:gd name="csY53" fmla="*/ 21265 h 2977117"/>
                <a:gd name="csX54" fmla="*/ 3232298 w 3494568"/>
                <a:gd name="csY54" fmla="*/ 14177 h 2977117"/>
                <a:gd name="csX55" fmla="*/ 3281916 w 3494568"/>
                <a:gd name="csY55" fmla="*/ 7089 h 2977117"/>
                <a:gd name="csX56" fmla="*/ 3324447 w 3494568"/>
                <a:gd name="csY56" fmla="*/ 0 h 2977117"/>
                <a:gd name="csX57" fmla="*/ 3388242 w 3494568"/>
                <a:gd name="csY57" fmla="*/ 7089 h 2977117"/>
                <a:gd name="csX58" fmla="*/ 3430772 w 3494568"/>
                <a:gd name="csY58" fmla="*/ 42531 h 2977117"/>
                <a:gd name="csX59" fmla="*/ 3452037 w 3494568"/>
                <a:gd name="csY59" fmla="*/ 85061 h 2977117"/>
                <a:gd name="csX60" fmla="*/ 3459126 w 3494568"/>
                <a:gd name="csY60" fmla="*/ 106326 h 2977117"/>
                <a:gd name="csX61" fmla="*/ 3473302 w 3494568"/>
                <a:gd name="csY61" fmla="*/ 127591 h 2977117"/>
                <a:gd name="csX62" fmla="*/ 3487479 w 3494568"/>
                <a:gd name="csY62" fmla="*/ 170121 h 2977117"/>
                <a:gd name="csX63" fmla="*/ 3494568 w 3494568"/>
                <a:gd name="csY63" fmla="*/ 191386 h 2977117"/>
                <a:gd name="csX64" fmla="*/ 3487479 w 3494568"/>
                <a:gd name="csY64" fmla="*/ 241005 h 2977117"/>
                <a:gd name="csX65" fmla="*/ 3423684 w 3494568"/>
                <a:gd name="csY65" fmla="*/ 276447 h 2977117"/>
                <a:gd name="csX66" fmla="*/ 3359888 w 3494568"/>
                <a:gd name="csY66" fmla="*/ 333154 h 2977117"/>
                <a:gd name="csX67" fmla="*/ 3338623 w 3494568"/>
                <a:gd name="csY67" fmla="*/ 375684 h 2977117"/>
                <a:gd name="csX68" fmla="*/ 3324447 w 3494568"/>
                <a:gd name="csY68" fmla="*/ 396949 h 2977117"/>
                <a:gd name="csX69" fmla="*/ 3310270 w 3494568"/>
                <a:gd name="csY69" fmla="*/ 439479 h 2977117"/>
                <a:gd name="csX70" fmla="*/ 3296093 w 3494568"/>
                <a:gd name="csY70" fmla="*/ 489098 h 2977117"/>
                <a:gd name="csX71" fmla="*/ 3289005 w 3494568"/>
                <a:gd name="csY71" fmla="*/ 510363 h 2977117"/>
                <a:gd name="csX72" fmla="*/ 3274828 w 3494568"/>
                <a:gd name="csY72" fmla="*/ 574159 h 2977117"/>
                <a:gd name="csX73" fmla="*/ 3289005 w 3494568"/>
                <a:gd name="csY73" fmla="*/ 630865 h 2977117"/>
                <a:gd name="csX74" fmla="*/ 3310270 w 3494568"/>
                <a:gd name="csY74" fmla="*/ 652131 h 2977117"/>
                <a:gd name="csX75" fmla="*/ 3338623 w 3494568"/>
                <a:gd name="csY75" fmla="*/ 715926 h 2977117"/>
                <a:gd name="csX76" fmla="*/ 3345712 w 3494568"/>
                <a:gd name="csY76" fmla="*/ 744279 h 2977117"/>
                <a:gd name="csX77" fmla="*/ 3359888 w 3494568"/>
                <a:gd name="csY77" fmla="*/ 779721 h 2977117"/>
                <a:gd name="csX78" fmla="*/ 3366977 w 3494568"/>
                <a:gd name="csY78" fmla="*/ 808075 h 2977117"/>
                <a:gd name="csX79" fmla="*/ 3381154 w 3494568"/>
                <a:gd name="csY79" fmla="*/ 836428 h 2977117"/>
                <a:gd name="csX80" fmla="*/ 3395330 w 3494568"/>
                <a:gd name="csY80" fmla="*/ 878959 h 2977117"/>
                <a:gd name="csX81" fmla="*/ 3402419 w 3494568"/>
                <a:gd name="csY81" fmla="*/ 900224 h 2977117"/>
                <a:gd name="csX82" fmla="*/ 3423684 w 3494568"/>
                <a:gd name="csY82" fmla="*/ 978196 h 2977117"/>
                <a:gd name="csX83" fmla="*/ 3437861 w 3494568"/>
                <a:gd name="csY83" fmla="*/ 1056168 h 2977117"/>
                <a:gd name="csX84" fmla="*/ 3452037 w 3494568"/>
                <a:gd name="csY84" fmla="*/ 1112875 h 2977117"/>
                <a:gd name="csX85" fmla="*/ 3452037 w 3494568"/>
                <a:gd name="csY85" fmla="*/ 1516912 h 2977117"/>
                <a:gd name="csX86" fmla="*/ 3444949 w 3494568"/>
                <a:gd name="csY86" fmla="*/ 1552354 h 2977117"/>
                <a:gd name="csX87" fmla="*/ 3437861 w 3494568"/>
                <a:gd name="csY87" fmla="*/ 1609061 h 2977117"/>
                <a:gd name="csX88" fmla="*/ 3416595 w 3494568"/>
                <a:gd name="csY88" fmla="*/ 1722475 h 2977117"/>
                <a:gd name="csX89" fmla="*/ 3395330 w 3494568"/>
                <a:gd name="csY89" fmla="*/ 1850065 h 2977117"/>
                <a:gd name="csX90" fmla="*/ 3381154 w 3494568"/>
                <a:gd name="csY90" fmla="*/ 1906772 h 2977117"/>
                <a:gd name="csX91" fmla="*/ 3366977 w 3494568"/>
                <a:gd name="csY91" fmla="*/ 2055628 h 2977117"/>
                <a:gd name="csX92" fmla="*/ 3359888 w 3494568"/>
                <a:gd name="csY92" fmla="*/ 2126512 h 2977117"/>
                <a:gd name="csX93" fmla="*/ 3374065 w 3494568"/>
                <a:gd name="csY93" fmla="*/ 2083982 h 2977117"/>
                <a:gd name="csX94" fmla="*/ 3381154 w 3494568"/>
                <a:gd name="csY94" fmla="*/ 2062717 h 2977117"/>
                <a:gd name="csX95" fmla="*/ 3409507 w 3494568"/>
                <a:gd name="csY95" fmla="*/ 2126512 h 2977117"/>
                <a:gd name="csX96" fmla="*/ 3430772 w 3494568"/>
                <a:gd name="csY96" fmla="*/ 2176131 h 2977117"/>
                <a:gd name="csX97" fmla="*/ 3444949 w 3494568"/>
                <a:gd name="csY97" fmla="*/ 2225749 h 2977117"/>
                <a:gd name="csX98" fmla="*/ 3437861 w 3494568"/>
                <a:gd name="csY98" fmla="*/ 2587256 h 2977117"/>
                <a:gd name="csX99" fmla="*/ 3381154 w 3494568"/>
                <a:gd name="csY99" fmla="*/ 2629786 h 2977117"/>
                <a:gd name="csX100" fmla="*/ 3359888 w 3494568"/>
                <a:gd name="csY100" fmla="*/ 2651052 h 2977117"/>
                <a:gd name="csX101" fmla="*/ 3310270 w 3494568"/>
                <a:gd name="csY101" fmla="*/ 2679405 h 2977117"/>
                <a:gd name="csX102" fmla="*/ 3289005 w 3494568"/>
                <a:gd name="csY102" fmla="*/ 2686493 h 2977117"/>
                <a:gd name="csX103" fmla="*/ 3232298 w 3494568"/>
                <a:gd name="csY103" fmla="*/ 2714847 h 2977117"/>
                <a:gd name="csX104" fmla="*/ 3211033 w 3494568"/>
                <a:gd name="csY104" fmla="*/ 2721935 h 2977117"/>
                <a:gd name="csX105" fmla="*/ 3154326 w 3494568"/>
                <a:gd name="csY105" fmla="*/ 2736112 h 2977117"/>
                <a:gd name="csX106" fmla="*/ 3076354 w 3494568"/>
                <a:gd name="csY106" fmla="*/ 2757377 h 2977117"/>
                <a:gd name="csX107" fmla="*/ 3048000 w 3494568"/>
                <a:gd name="csY107" fmla="*/ 2764465 h 2977117"/>
                <a:gd name="csX108" fmla="*/ 2977116 w 3494568"/>
                <a:gd name="csY108" fmla="*/ 2778642 h 2977117"/>
                <a:gd name="csX109" fmla="*/ 2913321 w 3494568"/>
                <a:gd name="csY109" fmla="*/ 2792819 h 2977117"/>
                <a:gd name="csX110" fmla="*/ 2884968 w 3494568"/>
                <a:gd name="csY110" fmla="*/ 2799907 h 2977117"/>
                <a:gd name="csX111" fmla="*/ 2863702 w 3494568"/>
                <a:gd name="csY111" fmla="*/ 2806996 h 2977117"/>
                <a:gd name="csX112" fmla="*/ 2806995 w 3494568"/>
                <a:gd name="csY112" fmla="*/ 2814084 h 2977117"/>
                <a:gd name="csX113" fmla="*/ 2736112 w 3494568"/>
                <a:gd name="csY113" fmla="*/ 2828261 h 2977117"/>
                <a:gd name="csX114" fmla="*/ 2700670 w 3494568"/>
                <a:gd name="csY114" fmla="*/ 2835349 h 2977117"/>
                <a:gd name="csX115" fmla="*/ 2622698 w 3494568"/>
                <a:gd name="csY115" fmla="*/ 2849526 h 2977117"/>
                <a:gd name="csX116" fmla="*/ 2523461 w 3494568"/>
                <a:gd name="csY116" fmla="*/ 2870791 h 2977117"/>
                <a:gd name="csX117" fmla="*/ 2473842 w 3494568"/>
                <a:gd name="csY117" fmla="*/ 2884968 h 2977117"/>
                <a:gd name="csX118" fmla="*/ 2431312 w 3494568"/>
                <a:gd name="csY118" fmla="*/ 2899145 h 2977117"/>
                <a:gd name="csX119" fmla="*/ 2388781 w 3494568"/>
                <a:gd name="csY119" fmla="*/ 2906233 h 2977117"/>
                <a:gd name="csX120" fmla="*/ 2317898 w 3494568"/>
                <a:gd name="csY120" fmla="*/ 2927498 h 2977117"/>
                <a:gd name="csX121" fmla="*/ 2275368 w 3494568"/>
                <a:gd name="csY121" fmla="*/ 2941675 h 2977117"/>
                <a:gd name="csX122" fmla="*/ 2239926 w 3494568"/>
                <a:gd name="csY122" fmla="*/ 2948763 h 2977117"/>
                <a:gd name="csX123" fmla="*/ 2154865 w 3494568"/>
                <a:gd name="csY123" fmla="*/ 2962940 h 2977117"/>
                <a:gd name="csX124" fmla="*/ 2062716 w 3494568"/>
                <a:gd name="csY124" fmla="*/ 2977117 h 2977117"/>
                <a:gd name="csX125" fmla="*/ 1346791 w 3494568"/>
                <a:gd name="csY125" fmla="*/ 2962940 h 2977117"/>
                <a:gd name="csX126" fmla="*/ 1190847 w 3494568"/>
                <a:gd name="csY126" fmla="*/ 2927498 h 2977117"/>
                <a:gd name="csX127" fmla="*/ 956930 w 3494568"/>
                <a:gd name="csY127" fmla="*/ 2856614 h 2977117"/>
                <a:gd name="csX128" fmla="*/ 786809 w 3494568"/>
                <a:gd name="csY128" fmla="*/ 2778642 h 2977117"/>
                <a:gd name="csX129" fmla="*/ 701749 w 3494568"/>
                <a:gd name="csY129" fmla="*/ 2729024 h 2977117"/>
                <a:gd name="csX130" fmla="*/ 680484 w 3494568"/>
                <a:gd name="csY130" fmla="*/ 2714847 h 2977117"/>
                <a:gd name="csX131" fmla="*/ 659219 w 3494568"/>
                <a:gd name="csY131" fmla="*/ 2693582 h 2977117"/>
                <a:gd name="csX132" fmla="*/ 652130 w 3494568"/>
                <a:gd name="csY132" fmla="*/ 2658140 h 2977117"/>
                <a:gd name="csX133" fmla="*/ 637954 w 3494568"/>
                <a:gd name="csY133" fmla="*/ 2615610 h 2977117"/>
                <a:gd name="csX134" fmla="*/ 616688 w 3494568"/>
                <a:gd name="csY134" fmla="*/ 2537638 h 2977117"/>
                <a:gd name="csX135" fmla="*/ 588335 w 3494568"/>
                <a:gd name="csY135" fmla="*/ 2459665 h 2977117"/>
                <a:gd name="csX136" fmla="*/ 581247 w 3494568"/>
                <a:gd name="csY136" fmla="*/ 2438400 h 2977117"/>
                <a:gd name="csX137" fmla="*/ 574158 w 3494568"/>
                <a:gd name="csY137" fmla="*/ 2417135 h 2977117"/>
                <a:gd name="csX138" fmla="*/ 552893 w 3494568"/>
                <a:gd name="csY138" fmla="*/ 2324986 h 2977117"/>
                <a:gd name="csX139" fmla="*/ 538716 w 3494568"/>
                <a:gd name="csY139" fmla="*/ 2232838 h 2977117"/>
                <a:gd name="csX140" fmla="*/ 531628 w 3494568"/>
                <a:gd name="csY140" fmla="*/ 2211572 h 2977117"/>
                <a:gd name="csX141" fmla="*/ 524540 w 3494568"/>
                <a:gd name="csY141" fmla="*/ 2183219 h 2977117"/>
                <a:gd name="csX142" fmla="*/ 510363 w 3494568"/>
                <a:gd name="csY142" fmla="*/ 2119424 h 2977117"/>
                <a:gd name="csX143" fmla="*/ 503275 w 3494568"/>
                <a:gd name="csY143" fmla="*/ 2055628 h 2977117"/>
                <a:gd name="csX144" fmla="*/ 474921 w 3494568"/>
                <a:gd name="csY144" fmla="*/ 1956391 h 2977117"/>
                <a:gd name="csX145" fmla="*/ 467833 w 3494568"/>
                <a:gd name="csY145" fmla="*/ 1920949 h 2977117"/>
                <a:gd name="csX146" fmla="*/ 453656 w 3494568"/>
                <a:gd name="csY146" fmla="*/ 1871331 h 2977117"/>
                <a:gd name="csX147" fmla="*/ 446568 w 3494568"/>
                <a:gd name="csY147" fmla="*/ 1828800 h 2977117"/>
                <a:gd name="csX148" fmla="*/ 439479 w 3494568"/>
                <a:gd name="csY148" fmla="*/ 1807535 h 2977117"/>
                <a:gd name="csX149" fmla="*/ 425302 w 3494568"/>
                <a:gd name="csY149" fmla="*/ 1679945 h 2977117"/>
                <a:gd name="csX150" fmla="*/ 439479 w 3494568"/>
                <a:gd name="csY150" fmla="*/ 1559442 h 2977117"/>
                <a:gd name="csX151" fmla="*/ 446568 w 3494568"/>
                <a:gd name="csY151" fmla="*/ 1538177 h 2977117"/>
                <a:gd name="csX152" fmla="*/ 460744 w 3494568"/>
                <a:gd name="csY152" fmla="*/ 1516912 h 2977117"/>
                <a:gd name="csX153" fmla="*/ 460744 w 3494568"/>
                <a:gd name="csY153" fmla="*/ 1410586 h 2977117"/>
                <a:gd name="csX154" fmla="*/ 446568 w 3494568"/>
                <a:gd name="csY154" fmla="*/ 1389321 h 2977117"/>
                <a:gd name="csX155" fmla="*/ 404037 w 3494568"/>
                <a:gd name="csY155" fmla="*/ 1353879 h 2977117"/>
                <a:gd name="csX156" fmla="*/ 382772 w 3494568"/>
                <a:gd name="csY156" fmla="*/ 1332614 h 2977117"/>
                <a:gd name="csX157" fmla="*/ 361507 w 3494568"/>
                <a:gd name="csY157" fmla="*/ 1318438 h 2977117"/>
                <a:gd name="csX158" fmla="*/ 290623 w 3494568"/>
                <a:gd name="csY158" fmla="*/ 1268819 h 2977117"/>
                <a:gd name="csX159" fmla="*/ 269358 w 3494568"/>
                <a:gd name="csY159" fmla="*/ 1254642 h 2977117"/>
                <a:gd name="csX160" fmla="*/ 241005 w 3494568"/>
                <a:gd name="csY160" fmla="*/ 1240465 h 2977117"/>
                <a:gd name="csX161" fmla="*/ 198475 w 3494568"/>
                <a:gd name="csY161" fmla="*/ 1205024 h 2977117"/>
                <a:gd name="csX162" fmla="*/ 155944 w 3494568"/>
                <a:gd name="csY162" fmla="*/ 1183759 h 2977117"/>
                <a:gd name="csX163" fmla="*/ 113414 w 3494568"/>
                <a:gd name="csY163" fmla="*/ 1155405 h 2977117"/>
                <a:gd name="csX164" fmla="*/ 92149 w 3494568"/>
                <a:gd name="csY164" fmla="*/ 1141228 h 2977117"/>
                <a:gd name="csX165" fmla="*/ 77972 w 3494568"/>
                <a:gd name="csY165" fmla="*/ 1119963 h 2977117"/>
                <a:gd name="csX166" fmla="*/ 56707 w 3494568"/>
                <a:gd name="csY166" fmla="*/ 1105786 h 2977117"/>
                <a:gd name="csX167" fmla="*/ 49619 w 3494568"/>
                <a:gd name="csY167" fmla="*/ 1084521 h 2977117"/>
                <a:gd name="csX168" fmla="*/ 35442 w 3494568"/>
                <a:gd name="csY168" fmla="*/ 1063256 h 2977117"/>
                <a:gd name="csX169" fmla="*/ 21265 w 3494568"/>
                <a:gd name="csY169" fmla="*/ 1027814 h 2977117"/>
                <a:gd name="csX170" fmla="*/ 7088 w 3494568"/>
                <a:gd name="csY170" fmla="*/ 985284 h 2977117"/>
                <a:gd name="csX171" fmla="*/ 0 w 3494568"/>
                <a:gd name="csY171" fmla="*/ 935665 h 2977117"/>
                <a:gd name="csX172" fmla="*/ 7088 w 3494568"/>
                <a:gd name="csY172" fmla="*/ 878959 h 2977117"/>
                <a:gd name="csX173" fmla="*/ 28354 w 3494568"/>
                <a:gd name="csY173" fmla="*/ 864782 h 2977117"/>
                <a:gd name="csX174" fmla="*/ 99237 w 3494568"/>
                <a:gd name="csY174" fmla="*/ 857693 h 2977117"/>
                <a:gd name="csX175" fmla="*/ 155944 w 3494568"/>
                <a:gd name="csY175" fmla="*/ 829340 h 2977117"/>
                <a:gd name="csX176" fmla="*/ 198475 w 3494568"/>
                <a:gd name="csY176" fmla="*/ 808075 h 2977117"/>
                <a:gd name="csX177" fmla="*/ 262270 w 3494568"/>
                <a:gd name="csY177" fmla="*/ 786810 h 2977117"/>
                <a:gd name="csX178" fmla="*/ 318977 w 3494568"/>
                <a:gd name="csY178" fmla="*/ 772633 h 2977117"/>
                <a:gd name="csX179" fmla="*/ 340242 w 3494568"/>
                <a:gd name="csY179" fmla="*/ 765545 h 2977117"/>
                <a:gd name="csX180" fmla="*/ 418214 w 3494568"/>
                <a:gd name="csY180" fmla="*/ 744279 h 2977117"/>
                <a:gd name="csX181" fmla="*/ 482009 w 3494568"/>
                <a:gd name="csY181" fmla="*/ 723014 h 2977117"/>
                <a:gd name="csX182" fmla="*/ 503275 w 3494568"/>
                <a:gd name="csY182" fmla="*/ 715926 h 2977117"/>
                <a:gd name="csX183" fmla="*/ 545805 w 3494568"/>
                <a:gd name="csY183" fmla="*/ 694661 h 2977117"/>
                <a:gd name="csX184" fmla="*/ 588335 w 3494568"/>
                <a:gd name="csY184" fmla="*/ 673396 h 2977117"/>
                <a:gd name="csX185" fmla="*/ 630865 w 3494568"/>
                <a:gd name="csY185" fmla="*/ 637954 h 2977117"/>
                <a:gd name="csX186" fmla="*/ 652130 w 3494568"/>
                <a:gd name="csY186" fmla="*/ 623777 h 2977117"/>
                <a:gd name="csX187" fmla="*/ 694661 w 3494568"/>
                <a:gd name="csY187" fmla="*/ 588335 h 2977117"/>
                <a:gd name="csX188" fmla="*/ 708837 w 3494568"/>
                <a:gd name="csY188" fmla="*/ 567070 h 2977117"/>
                <a:gd name="csX189" fmla="*/ 751368 w 3494568"/>
                <a:gd name="csY189" fmla="*/ 538717 h 2977117"/>
                <a:gd name="csX190" fmla="*/ 765544 w 3494568"/>
                <a:gd name="csY190" fmla="*/ 517452 h 2977117"/>
                <a:gd name="csX191" fmla="*/ 786809 w 3494568"/>
                <a:gd name="csY191" fmla="*/ 510363 h 2977117"/>
                <a:gd name="csX192" fmla="*/ 829340 w 3494568"/>
                <a:gd name="csY192" fmla="*/ 482010 h 2977117"/>
                <a:gd name="csX193" fmla="*/ 871870 w 3494568"/>
                <a:gd name="csY193" fmla="*/ 453656 h 2977117"/>
                <a:gd name="csX194" fmla="*/ 893135 w 3494568"/>
                <a:gd name="csY194" fmla="*/ 439479 h 2977117"/>
                <a:gd name="csX195" fmla="*/ 935665 w 3494568"/>
                <a:gd name="csY195" fmla="*/ 404038 h 2977117"/>
                <a:gd name="csX196" fmla="*/ 956930 w 3494568"/>
                <a:gd name="csY196" fmla="*/ 396949 h 2977117"/>
                <a:gd name="csX197" fmla="*/ 971107 w 3494568"/>
                <a:gd name="csY197" fmla="*/ 375684 h 29771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</a:cxnLst>
              <a:rect l="l" t="t" r="r" b="b"/>
              <a:pathLst>
                <a:path w="3494568" h="2977117">
                  <a:moveTo>
                    <a:pt x="70884" y="836428"/>
                  </a:moveTo>
                  <a:cubicBezTo>
                    <a:pt x="87423" y="838791"/>
                    <a:pt x="103795" y="843517"/>
                    <a:pt x="120502" y="843517"/>
                  </a:cubicBezTo>
                  <a:cubicBezTo>
                    <a:pt x="189054" y="843517"/>
                    <a:pt x="149819" y="838471"/>
                    <a:pt x="198475" y="822252"/>
                  </a:cubicBezTo>
                  <a:cubicBezTo>
                    <a:pt x="209904" y="818442"/>
                    <a:pt x="222155" y="817777"/>
                    <a:pt x="233916" y="815163"/>
                  </a:cubicBezTo>
                  <a:cubicBezTo>
                    <a:pt x="243426" y="813050"/>
                    <a:pt x="252819" y="810438"/>
                    <a:pt x="262270" y="808075"/>
                  </a:cubicBezTo>
                  <a:cubicBezTo>
                    <a:pt x="303136" y="780830"/>
                    <a:pt x="263714" y="804418"/>
                    <a:pt x="304800" y="786810"/>
                  </a:cubicBezTo>
                  <a:cubicBezTo>
                    <a:pt x="356695" y="764569"/>
                    <a:pt x="309232" y="778613"/>
                    <a:pt x="361507" y="765545"/>
                  </a:cubicBezTo>
                  <a:cubicBezTo>
                    <a:pt x="404598" y="736817"/>
                    <a:pt x="358817" y="763895"/>
                    <a:pt x="411126" y="744279"/>
                  </a:cubicBezTo>
                  <a:cubicBezTo>
                    <a:pt x="421020" y="740569"/>
                    <a:pt x="429585" y="733813"/>
                    <a:pt x="439479" y="730103"/>
                  </a:cubicBezTo>
                  <a:cubicBezTo>
                    <a:pt x="448601" y="726682"/>
                    <a:pt x="458466" y="725690"/>
                    <a:pt x="467833" y="723014"/>
                  </a:cubicBezTo>
                  <a:cubicBezTo>
                    <a:pt x="475017" y="720961"/>
                    <a:pt x="482102" y="718549"/>
                    <a:pt x="489098" y="715926"/>
                  </a:cubicBezTo>
                  <a:cubicBezTo>
                    <a:pt x="501012" y="711458"/>
                    <a:pt x="512379" y="705491"/>
                    <a:pt x="524540" y="701749"/>
                  </a:cubicBezTo>
                  <a:cubicBezTo>
                    <a:pt x="543162" y="696019"/>
                    <a:pt x="581247" y="687572"/>
                    <a:pt x="581247" y="687572"/>
                  </a:cubicBezTo>
                  <a:cubicBezTo>
                    <a:pt x="588335" y="682847"/>
                    <a:pt x="594727" y="676856"/>
                    <a:pt x="602512" y="673396"/>
                  </a:cubicBezTo>
                  <a:cubicBezTo>
                    <a:pt x="616168" y="667327"/>
                    <a:pt x="645042" y="659219"/>
                    <a:pt x="645042" y="659219"/>
                  </a:cubicBezTo>
                  <a:lnTo>
                    <a:pt x="708837" y="616689"/>
                  </a:lnTo>
                  <a:cubicBezTo>
                    <a:pt x="715925" y="611963"/>
                    <a:pt x="722020" y="605206"/>
                    <a:pt x="730102" y="602512"/>
                  </a:cubicBezTo>
                  <a:lnTo>
                    <a:pt x="751368" y="595424"/>
                  </a:lnTo>
                  <a:lnTo>
                    <a:pt x="815163" y="531628"/>
                  </a:lnTo>
                  <a:cubicBezTo>
                    <a:pt x="824614" y="522177"/>
                    <a:pt x="836102" y="514396"/>
                    <a:pt x="843516" y="503275"/>
                  </a:cubicBezTo>
                  <a:cubicBezTo>
                    <a:pt x="854734" y="486448"/>
                    <a:pt x="865773" y="469039"/>
                    <a:pt x="878958" y="453656"/>
                  </a:cubicBezTo>
                  <a:cubicBezTo>
                    <a:pt x="885482" y="446045"/>
                    <a:pt x="893699" y="440002"/>
                    <a:pt x="900223" y="432391"/>
                  </a:cubicBezTo>
                  <a:cubicBezTo>
                    <a:pt x="907911" y="423421"/>
                    <a:pt x="913800" y="413008"/>
                    <a:pt x="921488" y="404038"/>
                  </a:cubicBezTo>
                  <a:cubicBezTo>
                    <a:pt x="928012" y="396427"/>
                    <a:pt x="936336" y="390473"/>
                    <a:pt x="942754" y="382772"/>
                  </a:cubicBezTo>
                  <a:cubicBezTo>
                    <a:pt x="970099" y="349958"/>
                    <a:pt x="941953" y="371306"/>
                    <a:pt x="978195" y="340242"/>
                  </a:cubicBezTo>
                  <a:cubicBezTo>
                    <a:pt x="987165" y="332554"/>
                    <a:pt x="997579" y="326665"/>
                    <a:pt x="1006549" y="318977"/>
                  </a:cubicBezTo>
                  <a:cubicBezTo>
                    <a:pt x="1014160" y="312453"/>
                    <a:pt x="1019657" y="303539"/>
                    <a:pt x="1027814" y="297712"/>
                  </a:cubicBezTo>
                  <a:cubicBezTo>
                    <a:pt x="1036413" y="291570"/>
                    <a:pt x="1047569" y="289677"/>
                    <a:pt x="1056168" y="283535"/>
                  </a:cubicBezTo>
                  <a:cubicBezTo>
                    <a:pt x="1064325" y="277708"/>
                    <a:pt x="1069413" y="268285"/>
                    <a:pt x="1077433" y="262270"/>
                  </a:cubicBezTo>
                  <a:cubicBezTo>
                    <a:pt x="1088455" y="254004"/>
                    <a:pt x="1101412" y="248647"/>
                    <a:pt x="1112875" y="241005"/>
                  </a:cubicBezTo>
                  <a:cubicBezTo>
                    <a:pt x="1155788" y="212396"/>
                    <a:pt x="1124592" y="225285"/>
                    <a:pt x="1162493" y="212652"/>
                  </a:cubicBezTo>
                  <a:cubicBezTo>
                    <a:pt x="1213129" y="178894"/>
                    <a:pt x="1188493" y="188430"/>
                    <a:pt x="1233377" y="177210"/>
                  </a:cubicBezTo>
                  <a:cubicBezTo>
                    <a:pt x="1284488" y="151653"/>
                    <a:pt x="1251927" y="166954"/>
                    <a:pt x="1332614" y="134679"/>
                  </a:cubicBezTo>
                  <a:cubicBezTo>
                    <a:pt x="1344428" y="129953"/>
                    <a:pt x="1355712" y="123589"/>
                    <a:pt x="1368056" y="120503"/>
                  </a:cubicBezTo>
                  <a:lnTo>
                    <a:pt x="1424763" y="106326"/>
                  </a:lnTo>
                  <a:cubicBezTo>
                    <a:pt x="1465629" y="79081"/>
                    <a:pt x="1426207" y="102669"/>
                    <a:pt x="1467293" y="85061"/>
                  </a:cubicBezTo>
                  <a:cubicBezTo>
                    <a:pt x="1477006" y="80899"/>
                    <a:pt x="1485753" y="74594"/>
                    <a:pt x="1495647" y="70884"/>
                  </a:cubicBezTo>
                  <a:cubicBezTo>
                    <a:pt x="1504769" y="67463"/>
                    <a:pt x="1514758" y="66877"/>
                    <a:pt x="1524000" y="63796"/>
                  </a:cubicBezTo>
                  <a:cubicBezTo>
                    <a:pt x="1571771" y="47872"/>
                    <a:pt x="1545883" y="49531"/>
                    <a:pt x="1594884" y="42531"/>
                  </a:cubicBezTo>
                  <a:cubicBezTo>
                    <a:pt x="1616065" y="39505"/>
                    <a:pt x="1637498" y="38468"/>
                    <a:pt x="1658679" y="35442"/>
                  </a:cubicBezTo>
                  <a:cubicBezTo>
                    <a:pt x="1670606" y="33738"/>
                    <a:pt x="1682152" y="29735"/>
                    <a:pt x="1694121" y="28354"/>
                  </a:cubicBezTo>
                  <a:cubicBezTo>
                    <a:pt x="1743636" y="22641"/>
                    <a:pt x="1793439" y="19681"/>
                    <a:pt x="1842977" y="14177"/>
                  </a:cubicBezTo>
                  <a:lnTo>
                    <a:pt x="1906772" y="7089"/>
                  </a:lnTo>
                  <a:cubicBezTo>
                    <a:pt x="2079256" y="9452"/>
                    <a:pt x="2251847" y="7631"/>
                    <a:pt x="2424223" y="14177"/>
                  </a:cubicBezTo>
                  <a:cubicBezTo>
                    <a:pt x="2439156" y="14744"/>
                    <a:pt x="2452577" y="23628"/>
                    <a:pt x="2466754" y="28354"/>
                  </a:cubicBezTo>
                  <a:lnTo>
                    <a:pt x="2530549" y="49619"/>
                  </a:lnTo>
                  <a:lnTo>
                    <a:pt x="2594344" y="70884"/>
                  </a:lnTo>
                  <a:cubicBezTo>
                    <a:pt x="2601432" y="73247"/>
                    <a:pt x="2608282" y="76507"/>
                    <a:pt x="2615609" y="77972"/>
                  </a:cubicBezTo>
                  <a:cubicBezTo>
                    <a:pt x="2672032" y="89257"/>
                    <a:pt x="2639077" y="83731"/>
                    <a:pt x="2714847" y="92149"/>
                  </a:cubicBezTo>
                  <a:lnTo>
                    <a:pt x="3019647" y="85061"/>
                  </a:lnTo>
                  <a:cubicBezTo>
                    <a:pt x="3031922" y="84539"/>
                    <a:pt x="3085659" y="65420"/>
                    <a:pt x="3090530" y="63796"/>
                  </a:cubicBezTo>
                  <a:cubicBezTo>
                    <a:pt x="3097618" y="61433"/>
                    <a:pt x="3105578" y="60851"/>
                    <a:pt x="3111795" y="56707"/>
                  </a:cubicBezTo>
                  <a:cubicBezTo>
                    <a:pt x="3118884" y="51982"/>
                    <a:pt x="3125276" y="45991"/>
                    <a:pt x="3133061" y="42531"/>
                  </a:cubicBezTo>
                  <a:cubicBezTo>
                    <a:pt x="3172164" y="25152"/>
                    <a:pt x="3172915" y="30795"/>
                    <a:pt x="3211033" y="21265"/>
                  </a:cubicBezTo>
                  <a:cubicBezTo>
                    <a:pt x="3218282" y="19453"/>
                    <a:pt x="3224971" y="15642"/>
                    <a:pt x="3232298" y="14177"/>
                  </a:cubicBezTo>
                  <a:cubicBezTo>
                    <a:pt x="3248681" y="10901"/>
                    <a:pt x="3265403" y="9629"/>
                    <a:pt x="3281916" y="7089"/>
                  </a:cubicBezTo>
                  <a:cubicBezTo>
                    <a:pt x="3296121" y="4904"/>
                    <a:pt x="3310270" y="2363"/>
                    <a:pt x="3324447" y="0"/>
                  </a:cubicBezTo>
                  <a:cubicBezTo>
                    <a:pt x="3345712" y="2363"/>
                    <a:pt x="3367485" y="1900"/>
                    <a:pt x="3388242" y="7089"/>
                  </a:cubicBezTo>
                  <a:cubicBezTo>
                    <a:pt x="3401403" y="10379"/>
                    <a:pt x="3422836" y="34594"/>
                    <a:pt x="3430772" y="42531"/>
                  </a:cubicBezTo>
                  <a:cubicBezTo>
                    <a:pt x="3448591" y="95982"/>
                    <a:pt x="3424555" y="30097"/>
                    <a:pt x="3452037" y="85061"/>
                  </a:cubicBezTo>
                  <a:cubicBezTo>
                    <a:pt x="3455379" y="91744"/>
                    <a:pt x="3455784" y="99643"/>
                    <a:pt x="3459126" y="106326"/>
                  </a:cubicBezTo>
                  <a:cubicBezTo>
                    <a:pt x="3462936" y="113946"/>
                    <a:pt x="3469842" y="119806"/>
                    <a:pt x="3473302" y="127591"/>
                  </a:cubicBezTo>
                  <a:cubicBezTo>
                    <a:pt x="3479371" y="141247"/>
                    <a:pt x="3482753" y="155944"/>
                    <a:pt x="3487479" y="170121"/>
                  </a:cubicBezTo>
                  <a:lnTo>
                    <a:pt x="3494568" y="191386"/>
                  </a:lnTo>
                  <a:cubicBezTo>
                    <a:pt x="3492205" y="207926"/>
                    <a:pt x="3496449" y="226909"/>
                    <a:pt x="3487479" y="241005"/>
                  </a:cubicBezTo>
                  <a:cubicBezTo>
                    <a:pt x="3474354" y="261630"/>
                    <a:pt x="3445492" y="269178"/>
                    <a:pt x="3423684" y="276447"/>
                  </a:cubicBezTo>
                  <a:cubicBezTo>
                    <a:pt x="3375130" y="325001"/>
                    <a:pt x="3397836" y="307856"/>
                    <a:pt x="3359888" y="333154"/>
                  </a:cubicBezTo>
                  <a:cubicBezTo>
                    <a:pt x="3319262" y="394096"/>
                    <a:pt x="3367970" y="316990"/>
                    <a:pt x="3338623" y="375684"/>
                  </a:cubicBezTo>
                  <a:cubicBezTo>
                    <a:pt x="3334813" y="383304"/>
                    <a:pt x="3327907" y="389164"/>
                    <a:pt x="3324447" y="396949"/>
                  </a:cubicBezTo>
                  <a:cubicBezTo>
                    <a:pt x="3318378" y="410605"/>
                    <a:pt x="3314996" y="425302"/>
                    <a:pt x="3310270" y="439479"/>
                  </a:cubicBezTo>
                  <a:cubicBezTo>
                    <a:pt x="3293276" y="490460"/>
                    <a:pt x="3313890" y="426804"/>
                    <a:pt x="3296093" y="489098"/>
                  </a:cubicBezTo>
                  <a:cubicBezTo>
                    <a:pt x="3294040" y="496282"/>
                    <a:pt x="3291058" y="503179"/>
                    <a:pt x="3289005" y="510363"/>
                  </a:cubicBezTo>
                  <a:cubicBezTo>
                    <a:pt x="3282328" y="533731"/>
                    <a:pt x="3279703" y="549785"/>
                    <a:pt x="3274828" y="574159"/>
                  </a:cubicBezTo>
                  <a:cubicBezTo>
                    <a:pt x="3275851" y="579276"/>
                    <a:pt x="3282776" y="621521"/>
                    <a:pt x="3289005" y="630865"/>
                  </a:cubicBezTo>
                  <a:cubicBezTo>
                    <a:pt x="3294566" y="639206"/>
                    <a:pt x="3304443" y="643974"/>
                    <a:pt x="3310270" y="652131"/>
                  </a:cubicBezTo>
                  <a:cubicBezTo>
                    <a:pt x="3317992" y="662942"/>
                    <a:pt x="3335148" y="705501"/>
                    <a:pt x="3338623" y="715926"/>
                  </a:cubicBezTo>
                  <a:cubicBezTo>
                    <a:pt x="3341704" y="725168"/>
                    <a:pt x="3342631" y="735037"/>
                    <a:pt x="3345712" y="744279"/>
                  </a:cubicBezTo>
                  <a:cubicBezTo>
                    <a:pt x="3349736" y="756350"/>
                    <a:pt x="3355864" y="767650"/>
                    <a:pt x="3359888" y="779721"/>
                  </a:cubicBezTo>
                  <a:cubicBezTo>
                    <a:pt x="3362969" y="788963"/>
                    <a:pt x="3363556" y="798953"/>
                    <a:pt x="3366977" y="808075"/>
                  </a:cubicBezTo>
                  <a:cubicBezTo>
                    <a:pt x="3370687" y="817969"/>
                    <a:pt x="3377230" y="826617"/>
                    <a:pt x="3381154" y="836428"/>
                  </a:cubicBezTo>
                  <a:cubicBezTo>
                    <a:pt x="3386704" y="850303"/>
                    <a:pt x="3390604" y="864782"/>
                    <a:pt x="3395330" y="878959"/>
                  </a:cubicBezTo>
                  <a:cubicBezTo>
                    <a:pt x="3397693" y="886047"/>
                    <a:pt x="3400607" y="892975"/>
                    <a:pt x="3402419" y="900224"/>
                  </a:cubicBezTo>
                  <a:cubicBezTo>
                    <a:pt x="3418407" y="964180"/>
                    <a:pt x="3410433" y="938447"/>
                    <a:pt x="3423684" y="978196"/>
                  </a:cubicBezTo>
                  <a:cubicBezTo>
                    <a:pt x="3428029" y="1004266"/>
                    <a:pt x="3431913" y="1030393"/>
                    <a:pt x="3437861" y="1056168"/>
                  </a:cubicBezTo>
                  <a:cubicBezTo>
                    <a:pt x="3442242" y="1075153"/>
                    <a:pt x="3452037" y="1112875"/>
                    <a:pt x="3452037" y="1112875"/>
                  </a:cubicBezTo>
                  <a:cubicBezTo>
                    <a:pt x="3463726" y="1299879"/>
                    <a:pt x="3463747" y="1247579"/>
                    <a:pt x="3452037" y="1516912"/>
                  </a:cubicBezTo>
                  <a:cubicBezTo>
                    <a:pt x="3451514" y="1528949"/>
                    <a:pt x="3446781" y="1540446"/>
                    <a:pt x="3444949" y="1552354"/>
                  </a:cubicBezTo>
                  <a:cubicBezTo>
                    <a:pt x="3442053" y="1571182"/>
                    <a:pt x="3440993" y="1590271"/>
                    <a:pt x="3437861" y="1609061"/>
                  </a:cubicBezTo>
                  <a:cubicBezTo>
                    <a:pt x="3422403" y="1701810"/>
                    <a:pt x="3426729" y="1651541"/>
                    <a:pt x="3416595" y="1722475"/>
                  </a:cubicBezTo>
                  <a:cubicBezTo>
                    <a:pt x="3401476" y="1828306"/>
                    <a:pt x="3419621" y="1728609"/>
                    <a:pt x="3395330" y="1850065"/>
                  </a:cubicBezTo>
                  <a:cubicBezTo>
                    <a:pt x="3386776" y="1892837"/>
                    <a:pt x="3392052" y="1874075"/>
                    <a:pt x="3381154" y="1906772"/>
                  </a:cubicBezTo>
                  <a:cubicBezTo>
                    <a:pt x="3376428" y="1956391"/>
                    <a:pt x="3371778" y="2006017"/>
                    <a:pt x="3366977" y="2055628"/>
                  </a:cubicBezTo>
                  <a:cubicBezTo>
                    <a:pt x="3364690" y="2079263"/>
                    <a:pt x="3352379" y="2149039"/>
                    <a:pt x="3359888" y="2126512"/>
                  </a:cubicBezTo>
                  <a:lnTo>
                    <a:pt x="3374065" y="2083982"/>
                  </a:lnTo>
                  <a:lnTo>
                    <a:pt x="3381154" y="2062717"/>
                  </a:lnTo>
                  <a:cubicBezTo>
                    <a:pt x="3398024" y="2113329"/>
                    <a:pt x="3387041" y="2092813"/>
                    <a:pt x="3409507" y="2126512"/>
                  </a:cubicBezTo>
                  <a:cubicBezTo>
                    <a:pt x="3426126" y="2176373"/>
                    <a:pt x="3404499" y="2114830"/>
                    <a:pt x="3430772" y="2176131"/>
                  </a:cubicBezTo>
                  <a:cubicBezTo>
                    <a:pt x="3436876" y="2190373"/>
                    <a:pt x="3441350" y="2211354"/>
                    <a:pt x="3444949" y="2225749"/>
                  </a:cubicBezTo>
                  <a:cubicBezTo>
                    <a:pt x="3442586" y="2346251"/>
                    <a:pt x="3450932" y="2467441"/>
                    <a:pt x="3437861" y="2587256"/>
                  </a:cubicBezTo>
                  <a:cubicBezTo>
                    <a:pt x="3436827" y="2596737"/>
                    <a:pt x="3391888" y="2620841"/>
                    <a:pt x="3381154" y="2629786"/>
                  </a:cubicBezTo>
                  <a:cubicBezTo>
                    <a:pt x="3373453" y="2636204"/>
                    <a:pt x="3367589" y="2644634"/>
                    <a:pt x="3359888" y="2651052"/>
                  </a:cubicBezTo>
                  <a:cubicBezTo>
                    <a:pt x="3347328" y="2661518"/>
                    <a:pt x="3324539" y="2673290"/>
                    <a:pt x="3310270" y="2679405"/>
                  </a:cubicBezTo>
                  <a:cubicBezTo>
                    <a:pt x="3303402" y="2682348"/>
                    <a:pt x="3295807" y="2683401"/>
                    <a:pt x="3289005" y="2686493"/>
                  </a:cubicBezTo>
                  <a:cubicBezTo>
                    <a:pt x="3269766" y="2695238"/>
                    <a:pt x="3252347" y="2708164"/>
                    <a:pt x="3232298" y="2714847"/>
                  </a:cubicBezTo>
                  <a:cubicBezTo>
                    <a:pt x="3225210" y="2717210"/>
                    <a:pt x="3218241" y="2719969"/>
                    <a:pt x="3211033" y="2721935"/>
                  </a:cubicBezTo>
                  <a:cubicBezTo>
                    <a:pt x="3192235" y="2727062"/>
                    <a:pt x="3172810" y="2729951"/>
                    <a:pt x="3154326" y="2736112"/>
                  </a:cubicBezTo>
                  <a:cubicBezTo>
                    <a:pt x="3114579" y="2749360"/>
                    <a:pt x="3140304" y="2741390"/>
                    <a:pt x="3076354" y="2757377"/>
                  </a:cubicBezTo>
                  <a:cubicBezTo>
                    <a:pt x="3066903" y="2759740"/>
                    <a:pt x="3057553" y="2762554"/>
                    <a:pt x="3048000" y="2764465"/>
                  </a:cubicBezTo>
                  <a:cubicBezTo>
                    <a:pt x="3024372" y="2769191"/>
                    <a:pt x="3000492" y="2772797"/>
                    <a:pt x="2977116" y="2778642"/>
                  </a:cubicBezTo>
                  <a:cubicBezTo>
                    <a:pt x="2908006" y="2795921"/>
                    <a:pt x="2994265" y="2774832"/>
                    <a:pt x="2913321" y="2792819"/>
                  </a:cubicBezTo>
                  <a:cubicBezTo>
                    <a:pt x="2903811" y="2794932"/>
                    <a:pt x="2894335" y="2797231"/>
                    <a:pt x="2884968" y="2799907"/>
                  </a:cubicBezTo>
                  <a:cubicBezTo>
                    <a:pt x="2877783" y="2801960"/>
                    <a:pt x="2871054" y="2805659"/>
                    <a:pt x="2863702" y="2806996"/>
                  </a:cubicBezTo>
                  <a:cubicBezTo>
                    <a:pt x="2844960" y="2810404"/>
                    <a:pt x="2825785" y="2810952"/>
                    <a:pt x="2806995" y="2814084"/>
                  </a:cubicBezTo>
                  <a:cubicBezTo>
                    <a:pt x="2783227" y="2818045"/>
                    <a:pt x="2759740" y="2823535"/>
                    <a:pt x="2736112" y="2828261"/>
                  </a:cubicBezTo>
                  <a:cubicBezTo>
                    <a:pt x="2724298" y="2830624"/>
                    <a:pt x="2712554" y="2833368"/>
                    <a:pt x="2700670" y="2835349"/>
                  </a:cubicBezTo>
                  <a:cubicBezTo>
                    <a:pt x="2686788" y="2837663"/>
                    <a:pt x="2638256" y="2845283"/>
                    <a:pt x="2622698" y="2849526"/>
                  </a:cubicBezTo>
                  <a:cubicBezTo>
                    <a:pt x="2537231" y="2872835"/>
                    <a:pt x="2626693" y="2857888"/>
                    <a:pt x="2523461" y="2870791"/>
                  </a:cubicBezTo>
                  <a:cubicBezTo>
                    <a:pt x="2506921" y="2875517"/>
                    <a:pt x="2490283" y="2879909"/>
                    <a:pt x="2473842" y="2884968"/>
                  </a:cubicBezTo>
                  <a:cubicBezTo>
                    <a:pt x="2459559" y="2889363"/>
                    <a:pt x="2445809" y="2895521"/>
                    <a:pt x="2431312" y="2899145"/>
                  </a:cubicBezTo>
                  <a:cubicBezTo>
                    <a:pt x="2417369" y="2902631"/>
                    <a:pt x="2402958" y="2903870"/>
                    <a:pt x="2388781" y="2906233"/>
                  </a:cubicBezTo>
                  <a:cubicBezTo>
                    <a:pt x="2313236" y="2936452"/>
                    <a:pt x="2393199" y="2906962"/>
                    <a:pt x="2317898" y="2927498"/>
                  </a:cubicBezTo>
                  <a:cubicBezTo>
                    <a:pt x="2303481" y="2931430"/>
                    <a:pt x="2289785" y="2937743"/>
                    <a:pt x="2275368" y="2941675"/>
                  </a:cubicBezTo>
                  <a:cubicBezTo>
                    <a:pt x="2263745" y="2944845"/>
                    <a:pt x="2251791" y="2946669"/>
                    <a:pt x="2239926" y="2948763"/>
                  </a:cubicBezTo>
                  <a:lnTo>
                    <a:pt x="2154865" y="2962940"/>
                  </a:lnTo>
                  <a:cubicBezTo>
                    <a:pt x="2095871" y="2972772"/>
                    <a:pt x="2126544" y="2967998"/>
                    <a:pt x="2062716" y="2977117"/>
                  </a:cubicBezTo>
                  <a:cubicBezTo>
                    <a:pt x="1824074" y="2972391"/>
                    <a:pt x="1585094" y="2976502"/>
                    <a:pt x="1346791" y="2962940"/>
                  </a:cubicBezTo>
                  <a:cubicBezTo>
                    <a:pt x="1293570" y="2959911"/>
                    <a:pt x="1242562" y="2940427"/>
                    <a:pt x="1190847" y="2927498"/>
                  </a:cubicBezTo>
                  <a:cubicBezTo>
                    <a:pt x="1139665" y="2914702"/>
                    <a:pt x="1009996" y="2878385"/>
                    <a:pt x="956930" y="2856614"/>
                  </a:cubicBezTo>
                  <a:cubicBezTo>
                    <a:pt x="899218" y="2832938"/>
                    <a:pt x="840691" y="2810073"/>
                    <a:pt x="786809" y="2778642"/>
                  </a:cubicBezTo>
                  <a:cubicBezTo>
                    <a:pt x="758456" y="2762103"/>
                    <a:pt x="729061" y="2747232"/>
                    <a:pt x="701749" y="2729024"/>
                  </a:cubicBezTo>
                  <a:cubicBezTo>
                    <a:pt x="694661" y="2724298"/>
                    <a:pt x="687029" y="2720301"/>
                    <a:pt x="680484" y="2714847"/>
                  </a:cubicBezTo>
                  <a:cubicBezTo>
                    <a:pt x="672783" y="2708429"/>
                    <a:pt x="666307" y="2700670"/>
                    <a:pt x="659219" y="2693582"/>
                  </a:cubicBezTo>
                  <a:cubicBezTo>
                    <a:pt x="656856" y="2681768"/>
                    <a:pt x="655300" y="2669763"/>
                    <a:pt x="652130" y="2658140"/>
                  </a:cubicBezTo>
                  <a:cubicBezTo>
                    <a:pt x="648198" y="2643723"/>
                    <a:pt x="641578" y="2630107"/>
                    <a:pt x="637954" y="2615610"/>
                  </a:cubicBezTo>
                  <a:cubicBezTo>
                    <a:pt x="630596" y="2586179"/>
                    <a:pt x="626629" y="2564147"/>
                    <a:pt x="616688" y="2537638"/>
                  </a:cubicBezTo>
                  <a:cubicBezTo>
                    <a:pt x="587110" y="2458763"/>
                    <a:pt x="618107" y="2548982"/>
                    <a:pt x="588335" y="2459665"/>
                  </a:cubicBezTo>
                  <a:lnTo>
                    <a:pt x="581247" y="2438400"/>
                  </a:lnTo>
                  <a:cubicBezTo>
                    <a:pt x="578884" y="2431312"/>
                    <a:pt x="575970" y="2424384"/>
                    <a:pt x="574158" y="2417135"/>
                  </a:cubicBezTo>
                  <a:cubicBezTo>
                    <a:pt x="565878" y="2384017"/>
                    <a:pt x="558348" y="2357720"/>
                    <a:pt x="552893" y="2324986"/>
                  </a:cubicBezTo>
                  <a:cubicBezTo>
                    <a:pt x="549121" y="2302353"/>
                    <a:pt x="543951" y="2256395"/>
                    <a:pt x="538716" y="2232838"/>
                  </a:cubicBezTo>
                  <a:cubicBezTo>
                    <a:pt x="537095" y="2225544"/>
                    <a:pt x="533681" y="2218757"/>
                    <a:pt x="531628" y="2211572"/>
                  </a:cubicBezTo>
                  <a:cubicBezTo>
                    <a:pt x="528952" y="2202205"/>
                    <a:pt x="526653" y="2192729"/>
                    <a:pt x="524540" y="2183219"/>
                  </a:cubicBezTo>
                  <a:cubicBezTo>
                    <a:pt x="506542" y="2102229"/>
                    <a:pt x="527649" y="2188570"/>
                    <a:pt x="510363" y="2119424"/>
                  </a:cubicBezTo>
                  <a:cubicBezTo>
                    <a:pt x="508000" y="2098159"/>
                    <a:pt x="506993" y="2076699"/>
                    <a:pt x="503275" y="2055628"/>
                  </a:cubicBezTo>
                  <a:cubicBezTo>
                    <a:pt x="491469" y="1988724"/>
                    <a:pt x="490662" y="2014107"/>
                    <a:pt x="474921" y="1956391"/>
                  </a:cubicBezTo>
                  <a:cubicBezTo>
                    <a:pt x="471751" y="1944768"/>
                    <a:pt x="470447" y="1932710"/>
                    <a:pt x="467833" y="1920949"/>
                  </a:cubicBezTo>
                  <a:cubicBezTo>
                    <a:pt x="461901" y="1894256"/>
                    <a:pt x="461547" y="1895005"/>
                    <a:pt x="453656" y="1871331"/>
                  </a:cubicBezTo>
                  <a:cubicBezTo>
                    <a:pt x="451293" y="1857154"/>
                    <a:pt x="449686" y="1842830"/>
                    <a:pt x="446568" y="1828800"/>
                  </a:cubicBezTo>
                  <a:cubicBezTo>
                    <a:pt x="444947" y="1821506"/>
                    <a:pt x="440816" y="1814886"/>
                    <a:pt x="439479" y="1807535"/>
                  </a:cubicBezTo>
                  <a:cubicBezTo>
                    <a:pt x="435022" y="1783023"/>
                    <a:pt x="427336" y="1700281"/>
                    <a:pt x="425302" y="1679945"/>
                  </a:cubicBezTo>
                  <a:cubicBezTo>
                    <a:pt x="430713" y="1609605"/>
                    <a:pt x="425687" y="1607715"/>
                    <a:pt x="439479" y="1559442"/>
                  </a:cubicBezTo>
                  <a:cubicBezTo>
                    <a:pt x="441532" y="1552258"/>
                    <a:pt x="443226" y="1544860"/>
                    <a:pt x="446568" y="1538177"/>
                  </a:cubicBezTo>
                  <a:cubicBezTo>
                    <a:pt x="450378" y="1530557"/>
                    <a:pt x="456019" y="1524000"/>
                    <a:pt x="460744" y="1516912"/>
                  </a:cubicBezTo>
                  <a:cubicBezTo>
                    <a:pt x="471989" y="1471936"/>
                    <a:pt x="474539" y="1474966"/>
                    <a:pt x="460744" y="1410586"/>
                  </a:cubicBezTo>
                  <a:cubicBezTo>
                    <a:pt x="458959" y="1402256"/>
                    <a:pt x="452022" y="1395865"/>
                    <a:pt x="446568" y="1389321"/>
                  </a:cubicBezTo>
                  <a:cubicBezTo>
                    <a:pt x="418331" y="1355437"/>
                    <a:pt x="434447" y="1379221"/>
                    <a:pt x="404037" y="1353879"/>
                  </a:cubicBezTo>
                  <a:cubicBezTo>
                    <a:pt x="396336" y="1347461"/>
                    <a:pt x="390473" y="1339031"/>
                    <a:pt x="382772" y="1332614"/>
                  </a:cubicBezTo>
                  <a:cubicBezTo>
                    <a:pt x="376227" y="1327160"/>
                    <a:pt x="368439" y="1323390"/>
                    <a:pt x="361507" y="1318438"/>
                  </a:cubicBezTo>
                  <a:cubicBezTo>
                    <a:pt x="288012" y="1265941"/>
                    <a:pt x="388431" y="1334023"/>
                    <a:pt x="290623" y="1268819"/>
                  </a:cubicBezTo>
                  <a:cubicBezTo>
                    <a:pt x="283535" y="1264093"/>
                    <a:pt x="276978" y="1258452"/>
                    <a:pt x="269358" y="1254642"/>
                  </a:cubicBezTo>
                  <a:cubicBezTo>
                    <a:pt x="259907" y="1249916"/>
                    <a:pt x="250179" y="1245707"/>
                    <a:pt x="241005" y="1240465"/>
                  </a:cubicBezTo>
                  <a:cubicBezTo>
                    <a:pt x="207403" y="1221264"/>
                    <a:pt x="230466" y="1231683"/>
                    <a:pt x="198475" y="1205024"/>
                  </a:cubicBezTo>
                  <a:cubicBezTo>
                    <a:pt x="180153" y="1189756"/>
                    <a:pt x="177257" y="1190863"/>
                    <a:pt x="155944" y="1183759"/>
                  </a:cubicBezTo>
                  <a:lnTo>
                    <a:pt x="113414" y="1155405"/>
                  </a:lnTo>
                  <a:lnTo>
                    <a:pt x="92149" y="1141228"/>
                  </a:lnTo>
                  <a:cubicBezTo>
                    <a:pt x="87423" y="1134140"/>
                    <a:pt x="83996" y="1125987"/>
                    <a:pt x="77972" y="1119963"/>
                  </a:cubicBezTo>
                  <a:cubicBezTo>
                    <a:pt x="71948" y="1113939"/>
                    <a:pt x="62029" y="1112438"/>
                    <a:pt x="56707" y="1105786"/>
                  </a:cubicBezTo>
                  <a:cubicBezTo>
                    <a:pt x="52040" y="1099952"/>
                    <a:pt x="52960" y="1091204"/>
                    <a:pt x="49619" y="1084521"/>
                  </a:cubicBezTo>
                  <a:cubicBezTo>
                    <a:pt x="45809" y="1076901"/>
                    <a:pt x="39252" y="1070876"/>
                    <a:pt x="35442" y="1063256"/>
                  </a:cubicBezTo>
                  <a:cubicBezTo>
                    <a:pt x="29752" y="1051875"/>
                    <a:pt x="25613" y="1039772"/>
                    <a:pt x="21265" y="1027814"/>
                  </a:cubicBezTo>
                  <a:cubicBezTo>
                    <a:pt x="16158" y="1013770"/>
                    <a:pt x="7088" y="985284"/>
                    <a:pt x="7088" y="985284"/>
                  </a:cubicBezTo>
                  <a:cubicBezTo>
                    <a:pt x="4725" y="968744"/>
                    <a:pt x="0" y="952373"/>
                    <a:pt x="0" y="935665"/>
                  </a:cubicBezTo>
                  <a:cubicBezTo>
                    <a:pt x="0" y="916616"/>
                    <a:pt x="13" y="896646"/>
                    <a:pt x="7088" y="878959"/>
                  </a:cubicBezTo>
                  <a:cubicBezTo>
                    <a:pt x="10252" y="871049"/>
                    <a:pt x="20053" y="866698"/>
                    <a:pt x="28354" y="864782"/>
                  </a:cubicBezTo>
                  <a:cubicBezTo>
                    <a:pt x="51491" y="859442"/>
                    <a:pt x="75609" y="860056"/>
                    <a:pt x="99237" y="857693"/>
                  </a:cubicBezTo>
                  <a:cubicBezTo>
                    <a:pt x="148509" y="824847"/>
                    <a:pt x="86574" y="864025"/>
                    <a:pt x="155944" y="829340"/>
                  </a:cubicBezTo>
                  <a:cubicBezTo>
                    <a:pt x="210903" y="801860"/>
                    <a:pt x="145028" y="825889"/>
                    <a:pt x="198475" y="808075"/>
                  </a:cubicBezTo>
                  <a:cubicBezTo>
                    <a:pt x="247222" y="775576"/>
                    <a:pt x="224841" y="774333"/>
                    <a:pt x="262270" y="786810"/>
                  </a:cubicBezTo>
                  <a:cubicBezTo>
                    <a:pt x="310870" y="770609"/>
                    <a:pt x="250562" y="789736"/>
                    <a:pt x="318977" y="772633"/>
                  </a:cubicBezTo>
                  <a:cubicBezTo>
                    <a:pt x="326226" y="770821"/>
                    <a:pt x="332993" y="767357"/>
                    <a:pt x="340242" y="765545"/>
                  </a:cubicBezTo>
                  <a:cubicBezTo>
                    <a:pt x="420393" y="745507"/>
                    <a:pt x="326976" y="774692"/>
                    <a:pt x="418214" y="744279"/>
                  </a:cubicBezTo>
                  <a:lnTo>
                    <a:pt x="482009" y="723014"/>
                  </a:lnTo>
                  <a:lnTo>
                    <a:pt x="503275" y="715926"/>
                  </a:lnTo>
                  <a:cubicBezTo>
                    <a:pt x="564218" y="675296"/>
                    <a:pt x="487111" y="724008"/>
                    <a:pt x="545805" y="694661"/>
                  </a:cubicBezTo>
                  <a:cubicBezTo>
                    <a:pt x="600769" y="667179"/>
                    <a:pt x="534885" y="691212"/>
                    <a:pt x="588335" y="673396"/>
                  </a:cubicBezTo>
                  <a:cubicBezTo>
                    <a:pt x="641132" y="638197"/>
                    <a:pt x="576287" y="683436"/>
                    <a:pt x="630865" y="637954"/>
                  </a:cubicBezTo>
                  <a:cubicBezTo>
                    <a:pt x="637410" y="632500"/>
                    <a:pt x="645585" y="629231"/>
                    <a:pt x="652130" y="623777"/>
                  </a:cubicBezTo>
                  <a:cubicBezTo>
                    <a:pt x="706703" y="578299"/>
                    <a:pt x="641866" y="623531"/>
                    <a:pt x="694661" y="588335"/>
                  </a:cubicBezTo>
                  <a:cubicBezTo>
                    <a:pt x="699386" y="581247"/>
                    <a:pt x="702426" y="572680"/>
                    <a:pt x="708837" y="567070"/>
                  </a:cubicBezTo>
                  <a:cubicBezTo>
                    <a:pt x="721660" y="555850"/>
                    <a:pt x="751368" y="538717"/>
                    <a:pt x="751368" y="538717"/>
                  </a:cubicBezTo>
                  <a:cubicBezTo>
                    <a:pt x="756093" y="531629"/>
                    <a:pt x="758892" y="522774"/>
                    <a:pt x="765544" y="517452"/>
                  </a:cubicBezTo>
                  <a:cubicBezTo>
                    <a:pt x="771378" y="512784"/>
                    <a:pt x="780277" y="513992"/>
                    <a:pt x="786809" y="510363"/>
                  </a:cubicBezTo>
                  <a:cubicBezTo>
                    <a:pt x="801703" y="502088"/>
                    <a:pt x="815163" y="491461"/>
                    <a:pt x="829340" y="482010"/>
                  </a:cubicBezTo>
                  <a:lnTo>
                    <a:pt x="871870" y="453656"/>
                  </a:lnTo>
                  <a:cubicBezTo>
                    <a:pt x="878958" y="448930"/>
                    <a:pt x="887111" y="445503"/>
                    <a:pt x="893135" y="439479"/>
                  </a:cubicBezTo>
                  <a:cubicBezTo>
                    <a:pt x="908813" y="423801"/>
                    <a:pt x="915926" y="413908"/>
                    <a:pt x="935665" y="404038"/>
                  </a:cubicBezTo>
                  <a:cubicBezTo>
                    <a:pt x="942348" y="400696"/>
                    <a:pt x="949842" y="399312"/>
                    <a:pt x="956930" y="396949"/>
                  </a:cubicBezTo>
                  <a:lnTo>
                    <a:pt x="971107" y="375684"/>
                  </a:lnTo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6" name="手繪多邊形 5">
              <a:extLst>
                <a:ext uri="{FF2B5EF4-FFF2-40B4-BE49-F238E27FC236}">
                  <a16:creationId xmlns:a16="http://schemas.microsoft.com/office/drawing/2014/main" id="{473F58CB-03A7-BE2C-9AB2-C803C2CC039D}"/>
                </a:ext>
              </a:extLst>
            </p:cNvPr>
            <p:cNvSpPr/>
            <p:nvPr/>
          </p:nvSpPr>
          <p:spPr>
            <a:xfrm>
              <a:off x="5791200" y="3388242"/>
              <a:ext cx="3113713" cy="2176130"/>
            </a:xfrm>
            <a:custGeom>
              <a:avLst/>
              <a:gdLst>
                <a:gd name="csX0" fmla="*/ 2970028 w 3113713"/>
                <a:gd name="csY0" fmla="*/ 829339 h 2176130"/>
                <a:gd name="csX1" fmla="*/ 2991293 w 3113713"/>
                <a:gd name="csY1" fmla="*/ 971107 h 2176130"/>
                <a:gd name="csX2" fmla="*/ 2998381 w 3113713"/>
                <a:gd name="csY2" fmla="*/ 1013637 h 2176130"/>
                <a:gd name="csX3" fmla="*/ 3026735 w 3113713"/>
                <a:gd name="csY3" fmla="*/ 1070344 h 2176130"/>
                <a:gd name="csX4" fmla="*/ 3033823 w 3113713"/>
                <a:gd name="csY4" fmla="*/ 1098698 h 2176130"/>
                <a:gd name="csX5" fmla="*/ 3048000 w 3113713"/>
                <a:gd name="csY5" fmla="*/ 1134139 h 2176130"/>
                <a:gd name="csX6" fmla="*/ 3055088 w 3113713"/>
                <a:gd name="csY6" fmla="*/ 1169581 h 2176130"/>
                <a:gd name="csX7" fmla="*/ 3069265 w 3113713"/>
                <a:gd name="csY7" fmla="*/ 1212111 h 2176130"/>
                <a:gd name="csX8" fmla="*/ 3083442 w 3113713"/>
                <a:gd name="csY8" fmla="*/ 1275907 h 2176130"/>
                <a:gd name="csX9" fmla="*/ 3090530 w 3113713"/>
                <a:gd name="csY9" fmla="*/ 1318437 h 2176130"/>
                <a:gd name="csX10" fmla="*/ 3104707 w 3113713"/>
                <a:gd name="csY10" fmla="*/ 1368056 h 2176130"/>
                <a:gd name="csX11" fmla="*/ 3104707 w 3113713"/>
                <a:gd name="csY11" fmla="*/ 1715386 h 2176130"/>
                <a:gd name="csX12" fmla="*/ 3097619 w 3113713"/>
                <a:gd name="csY12" fmla="*/ 1743739 h 2176130"/>
                <a:gd name="csX13" fmla="*/ 3090530 w 3113713"/>
                <a:gd name="csY13" fmla="*/ 1786270 h 2176130"/>
                <a:gd name="csX14" fmla="*/ 3083442 w 3113713"/>
                <a:gd name="csY14" fmla="*/ 1807535 h 2176130"/>
                <a:gd name="csX15" fmla="*/ 3076353 w 3113713"/>
                <a:gd name="csY15" fmla="*/ 1850065 h 2176130"/>
                <a:gd name="csX16" fmla="*/ 3062177 w 3113713"/>
                <a:gd name="csY16" fmla="*/ 1899684 h 2176130"/>
                <a:gd name="csX17" fmla="*/ 3048000 w 3113713"/>
                <a:gd name="csY17" fmla="*/ 1956391 h 2176130"/>
                <a:gd name="csX18" fmla="*/ 3040912 w 3113713"/>
                <a:gd name="csY18" fmla="*/ 1984744 h 2176130"/>
                <a:gd name="csX19" fmla="*/ 3026735 w 3113713"/>
                <a:gd name="csY19" fmla="*/ 2041451 h 2176130"/>
                <a:gd name="csX20" fmla="*/ 3019647 w 3113713"/>
                <a:gd name="csY20" fmla="*/ 2069805 h 2176130"/>
                <a:gd name="csX21" fmla="*/ 3005470 w 3113713"/>
                <a:gd name="csY21" fmla="*/ 2098158 h 2176130"/>
                <a:gd name="csX22" fmla="*/ 2998381 w 3113713"/>
                <a:gd name="csY22" fmla="*/ 2119423 h 2176130"/>
                <a:gd name="csX23" fmla="*/ 2991293 w 3113713"/>
                <a:gd name="csY23" fmla="*/ 2154865 h 2176130"/>
                <a:gd name="csX24" fmla="*/ 2970028 w 3113713"/>
                <a:gd name="csY24" fmla="*/ 2176130 h 2176130"/>
                <a:gd name="csX25" fmla="*/ 2282456 w 3113713"/>
                <a:gd name="csY25" fmla="*/ 2169042 h 2176130"/>
                <a:gd name="csX26" fmla="*/ 2183219 w 3113713"/>
                <a:gd name="csY26" fmla="*/ 2161953 h 2176130"/>
                <a:gd name="csX27" fmla="*/ 2069805 w 3113713"/>
                <a:gd name="csY27" fmla="*/ 2147777 h 2176130"/>
                <a:gd name="csX28" fmla="*/ 2013098 w 3113713"/>
                <a:gd name="csY28" fmla="*/ 2140688 h 2176130"/>
                <a:gd name="csX29" fmla="*/ 1913860 w 3113713"/>
                <a:gd name="csY29" fmla="*/ 2119423 h 2176130"/>
                <a:gd name="csX30" fmla="*/ 1871330 w 3113713"/>
                <a:gd name="csY30" fmla="*/ 2105246 h 2176130"/>
                <a:gd name="csX31" fmla="*/ 1835888 w 3113713"/>
                <a:gd name="csY31" fmla="*/ 2098158 h 2176130"/>
                <a:gd name="csX32" fmla="*/ 1765005 w 3113713"/>
                <a:gd name="csY32" fmla="*/ 2069805 h 2176130"/>
                <a:gd name="csX33" fmla="*/ 1679944 w 3113713"/>
                <a:gd name="csY33" fmla="*/ 2041451 h 2176130"/>
                <a:gd name="csX34" fmla="*/ 1637414 w 3113713"/>
                <a:gd name="csY34" fmla="*/ 2027274 h 2176130"/>
                <a:gd name="csX35" fmla="*/ 1601972 w 3113713"/>
                <a:gd name="csY35" fmla="*/ 2013098 h 2176130"/>
                <a:gd name="csX36" fmla="*/ 1559442 w 3113713"/>
                <a:gd name="csY36" fmla="*/ 1998921 h 2176130"/>
                <a:gd name="csX37" fmla="*/ 1488558 w 3113713"/>
                <a:gd name="csY37" fmla="*/ 1970567 h 2176130"/>
                <a:gd name="csX38" fmla="*/ 1460205 w 3113713"/>
                <a:gd name="csY38" fmla="*/ 1956391 h 2176130"/>
                <a:gd name="csX39" fmla="*/ 1438940 w 3113713"/>
                <a:gd name="csY39" fmla="*/ 1949302 h 2176130"/>
                <a:gd name="csX40" fmla="*/ 1417674 w 3113713"/>
                <a:gd name="csY40" fmla="*/ 1935125 h 2176130"/>
                <a:gd name="csX41" fmla="*/ 1375144 w 3113713"/>
                <a:gd name="csY41" fmla="*/ 1920949 h 2176130"/>
                <a:gd name="csX42" fmla="*/ 1304260 w 3113713"/>
                <a:gd name="csY42" fmla="*/ 1899684 h 2176130"/>
                <a:gd name="csX43" fmla="*/ 1197935 w 3113713"/>
                <a:gd name="csY43" fmla="*/ 1885507 h 2176130"/>
                <a:gd name="csX44" fmla="*/ 1070344 w 3113713"/>
                <a:gd name="csY44" fmla="*/ 1857153 h 2176130"/>
                <a:gd name="csX45" fmla="*/ 1034902 w 3113713"/>
                <a:gd name="csY45" fmla="*/ 1850065 h 2176130"/>
                <a:gd name="csX46" fmla="*/ 999460 w 3113713"/>
                <a:gd name="csY46" fmla="*/ 1842977 h 2176130"/>
                <a:gd name="csX47" fmla="*/ 907312 w 3113713"/>
                <a:gd name="csY47" fmla="*/ 1821711 h 2176130"/>
                <a:gd name="csX48" fmla="*/ 864781 w 3113713"/>
                <a:gd name="csY48" fmla="*/ 1807535 h 2176130"/>
                <a:gd name="csX49" fmla="*/ 772633 w 3113713"/>
                <a:gd name="csY49" fmla="*/ 1779181 h 2176130"/>
                <a:gd name="csX50" fmla="*/ 737191 w 3113713"/>
                <a:gd name="csY50" fmla="*/ 1765005 h 2176130"/>
                <a:gd name="csX51" fmla="*/ 694660 w 3113713"/>
                <a:gd name="csY51" fmla="*/ 1750828 h 2176130"/>
                <a:gd name="csX52" fmla="*/ 637953 w 3113713"/>
                <a:gd name="csY52" fmla="*/ 1729563 h 2176130"/>
                <a:gd name="csX53" fmla="*/ 609600 w 3113713"/>
                <a:gd name="csY53" fmla="*/ 1715386 h 2176130"/>
                <a:gd name="csX54" fmla="*/ 552893 w 3113713"/>
                <a:gd name="csY54" fmla="*/ 1701209 h 2176130"/>
                <a:gd name="csX55" fmla="*/ 524540 w 3113713"/>
                <a:gd name="csY55" fmla="*/ 1694121 h 2176130"/>
                <a:gd name="csX56" fmla="*/ 482009 w 3113713"/>
                <a:gd name="csY56" fmla="*/ 1679944 h 2176130"/>
                <a:gd name="csX57" fmla="*/ 439479 w 3113713"/>
                <a:gd name="csY57" fmla="*/ 1672856 h 2176130"/>
                <a:gd name="csX58" fmla="*/ 411126 w 3113713"/>
                <a:gd name="csY58" fmla="*/ 1665767 h 2176130"/>
                <a:gd name="csX59" fmla="*/ 297712 w 3113713"/>
                <a:gd name="csY59" fmla="*/ 1644502 h 2176130"/>
                <a:gd name="csX60" fmla="*/ 276447 w 3113713"/>
                <a:gd name="csY60" fmla="*/ 1637414 h 2176130"/>
                <a:gd name="csX61" fmla="*/ 248093 w 3113713"/>
                <a:gd name="csY61" fmla="*/ 1630325 h 2176130"/>
                <a:gd name="csX62" fmla="*/ 226828 w 3113713"/>
                <a:gd name="csY62" fmla="*/ 1623237 h 2176130"/>
                <a:gd name="csX63" fmla="*/ 170121 w 3113713"/>
                <a:gd name="csY63" fmla="*/ 1609060 h 2176130"/>
                <a:gd name="csX64" fmla="*/ 127591 w 3113713"/>
                <a:gd name="csY64" fmla="*/ 1594884 h 2176130"/>
                <a:gd name="csX65" fmla="*/ 106326 w 3113713"/>
                <a:gd name="csY65" fmla="*/ 1580707 h 2176130"/>
                <a:gd name="csX66" fmla="*/ 85060 w 3113713"/>
                <a:gd name="csY66" fmla="*/ 1538177 h 2176130"/>
                <a:gd name="csX67" fmla="*/ 49619 w 3113713"/>
                <a:gd name="csY67" fmla="*/ 1446028 h 2176130"/>
                <a:gd name="csX68" fmla="*/ 42530 w 3113713"/>
                <a:gd name="csY68" fmla="*/ 1410586 h 2176130"/>
                <a:gd name="csX69" fmla="*/ 28353 w 3113713"/>
                <a:gd name="csY69" fmla="*/ 1382232 h 2176130"/>
                <a:gd name="csX70" fmla="*/ 21265 w 3113713"/>
                <a:gd name="csY70" fmla="*/ 1360967 h 2176130"/>
                <a:gd name="csX71" fmla="*/ 7088 w 3113713"/>
                <a:gd name="csY71" fmla="*/ 1226288 h 2176130"/>
                <a:gd name="csX72" fmla="*/ 0 w 3113713"/>
                <a:gd name="csY72" fmla="*/ 1098698 h 2176130"/>
                <a:gd name="csX73" fmla="*/ 7088 w 3113713"/>
                <a:gd name="csY73" fmla="*/ 559981 h 2176130"/>
                <a:gd name="csX74" fmla="*/ 28353 w 3113713"/>
                <a:gd name="csY74" fmla="*/ 489098 h 2176130"/>
                <a:gd name="csX75" fmla="*/ 42530 w 3113713"/>
                <a:gd name="csY75" fmla="*/ 425302 h 2176130"/>
                <a:gd name="csX76" fmla="*/ 49619 w 3113713"/>
                <a:gd name="csY76" fmla="*/ 396949 h 2176130"/>
                <a:gd name="csX77" fmla="*/ 63795 w 3113713"/>
                <a:gd name="csY77" fmla="*/ 368595 h 2176130"/>
                <a:gd name="csX78" fmla="*/ 70884 w 3113713"/>
                <a:gd name="csY78" fmla="*/ 340242 h 2176130"/>
                <a:gd name="csX79" fmla="*/ 85060 w 3113713"/>
                <a:gd name="csY79" fmla="*/ 297711 h 2176130"/>
                <a:gd name="csX80" fmla="*/ 99237 w 3113713"/>
                <a:gd name="csY80" fmla="*/ 248093 h 2176130"/>
                <a:gd name="csX81" fmla="*/ 106326 w 3113713"/>
                <a:gd name="csY81" fmla="*/ 219739 h 2176130"/>
                <a:gd name="csX82" fmla="*/ 120502 w 3113713"/>
                <a:gd name="csY82" fmla="*/ 177209 h 2176130"/>
                <a:gd name="csX83" fmla="*/ 127591 w 3113713"/>
                <a:gd name="csY83" fmla="*/ 148856 h 2176130"/>
                <a:gd name="csX84" fmla="*/ 141767 w 3113713"/>
                <a:gd name="csY84" fmla="*/ 120502 h 2176130"/>
                <a:gd name="csX85" fmla="*/ 163033 w 3113713"/>
                <a:gd name="csY85" fmla="*/ 77972 h 2176130"/>
                <a:gd name="csX86" fmla="*/ 177209 w 3113713"/>
                <a:gd name="csY86" fmla="*/ 49618 h 2176130"/>
                <a:gd name="csX87" fmla="*/ 198474 w 3113713"/>
                <a:gd name="csY87" fmla="*/ 28353 h 2176130"/>
                <a:gd name="csX88" fmla="*/ 233916 w 3113713"/>
                <a:gd name="csY88" fmla="*/ 0 h 2176130"/>
                <a:gd name="csX89" fmla="*/ 510363 w 3113713"/>
                <a:gd name="csY89" fmla="*/ 14177 h 2176130"/>
                <a:gd name="csX90" fmla="*/ 715926 w 3113713"/>
                <a:gd name="csY90" fmla="*/ 35442 h 2176130"/>
                <a:gd name="csX91" fmla="*/ 815163 w 3113713"/>
                <a:gd name="csY91" fmla="*/ 42530 h 2176130"/>
                <a:gd name="csX92" fmla="*/ 992372 w 3113713"/>
                <a:gd name="csY92" fmla="*/ 56707 h 2176130"/>
                <a:gd name="csX93" fmla="*/ 1034902 w 3113713"/>
                <a:gd name="csY93" fmla="*/ 70884 h 2176130"/>
                <a:gd name="csX94" fmla="*/ 1134140 w 3113713"/>
                <a:gd name="csY94" fmla="*/ 85060 h 2176130"/>
                <a:gd name="csX95" fmla="*/ 1176670 w 3113713"/>
                <a:gd name="csY95" fmla="*/ 92149 h 2176130"/>
                <a:gd name="csX96" fmla="*/ 1275907 w 3113713"/>
                <a:gd name="csY96" fmla="*/ 106325 h 2176130"/>
                <a:gd name="csX97" fmla="*/ 1467293 w 3113713"/>
                <a:gd name="csY97" fmla="*/ 148856 h 2176130"/>
                <a:gd name="csX98" fmla="*/ 1531088 w 3113713"/>
                <a:gd name="csY98" fmla="*/ 163032 h 2176130"/>
                <a:gd name="csX99" fmla="*/ 1623237 w 3113713"/>
                <a:gd name="csY99" fmla="*/ 184298 h 2176130"/>
                <a:gd name="csX100" fmla="*/ 1694121 w 3113713"/>
                <a:gd name="csY100" fmla="*/ 205563 h 2176130"/>
                <a:gd name="csX101" fmla="*/ 1765005 w 3113713"/>
                <a:gd name="csY101" fmla="*/ 226828 h 2176130"/>
                <a:gd name="csX102" fmla="*/ 1864242 w 3113713"/>
                <a:gd name="csY102" fmla="*/ 262270 h 2176130"/>
                <a:gd name="csX103" fmla="*/ 1913860 w 3113713"/>
                <a:gd name="csY103" fmla="*/ 283535 h 2176130"/>
                <a:gd name="csX104" fmla="*/ 2013098 w 3113713"/>
                <a:gd name="csY104" fmla="*/ 311888 h 2176130"/>
                <a:gd name="csX105" fmla="*/ 2254102 w 3113713"/>
                <a:gd name="csY105" fmla="*/ 404037 h 2176130"/>
                <a:gd name="csX106" fmla="*/ 2332074 w 3113713"/>
                <a:gd name="csY106" fmla="*/ 432391 h 2176130"/>
                <a:gd name="csX107" fmla="*/ 2402958 w 3113713"/>
                <a:gd name="csY107" fmla="*/ 460744 h 2176130"/>
                <a:gd name="csX108" fmla="*/ 2537637 w 3113713"/>
                <a:gd name="csY108" fmla="*/ 503274 h 2176130"/>
                <a:gd name="csX109" fmla="*/ 2750288 w 3113713"/>
                <a:gd name="csY109" fmla="*/ 588335 h 2176130"/>
                <a:gd name="csX110" fmla="*/ 2828260 w 3113713"/>
                <a:gd name="csY110" fmla="*/ 616688 h 2176130"/>
                <a:gd name="csX111" fmla="*/ 2892056 w 3113713"/>
                <a:gd name="csY111" fmla="*/ 652130 h 2176130"/>
                <a:gd name="csX112" fmla="*/ 2991293 w 3113713"/>
                <a:gd name="csY112" fmla="*/ 708837 h 2176130"/>
                <a:gd name="csX113" fmla="*/ 3012558 w 3113713"/>
                <a:gd name="csY113" fmla="*/ 723014 h 2176130"/>
                <a:gd name="csX114" fmla="*/ 3055088 w 3113713"/>
                <a:gd name="csY114" fmla="*/ 758456 h 2176130"/>
                <a:gd name="csX115" fmla="*/ 3062177 w 3113713"/>
                <a:gd name="csY115" fmla="*/ 836428 h 2176130"/>
                <a:gd name="csX116" fmla="*/ 3055088 w 3113713"/>
                <a:gd name="csY116" fmla="*/ 857693 h 2176130"/>
                <a:gd name="csX117" fmla="*/ 3033823 w 3113713"/>
                <a:gd name="csY117" fmla="*/ 864781 h 2176130"/>
                <a:gd name="csX118" fmla="*/ 3012558 w 3113713"/>
                <a:gd name="csY118" fmla="*/ 878958 h 2176130"/>
                <a:gd name="csX119" fmla="*/ 3026735 w 3113713"/>
                <a:gd name="csY119" fmla="*/ 1034902 h 2176130"/>
                <a:gd name="csX120" fmla="*/ 3033823 w 3113713"/>
                <a:gd name="csY120" fmla="*/ 1070344 h 2176130"/>
                <a:gd name="csX121" fmla="*/ 3048000 w 3113713"/>
                <a:gd name="csY121" fmla="*/ 1105786 h 2176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</a:cxnLst>
              <a:rect l="l" t="t" r="r" b="b"/>
              <a:pathLst>
                <a:path w="3113713" h="2176130">
                  <a:moveTo>
                    <a:pt x="2970028" y="829339"/>
                  </a:moveTo>
                  <a:cubicBezTo>
                    <a:pt x="2983654" y="1020118"/>
                    <a:pt x="2964162" y="862583"/>
                    <a:pt x="2991293" y="971107"/>
                  </a:cubicBezTo>
                  <a:cubicBezTo>
                    <a:pt x="2994779" y="985050"/>
                    <a:pt x="2993547" y="1000102"/>
                    <a:pt x="2998381" y="1013637"/>
                  </a:cubicBezTo>
                  <a:cubicBezTo>
                    <a:pt x="3005489" y="1033539"/>
                    <a:pt x="3026735" y="1070344"/>
                    <a:pt x="3026735" y="1070344"/>
                  </a:cubicBezTo>
                  <a:cubicBezTo>
                    <a:pt x="3029098" y="1079795"/>
                    <a:pt x="3030742" y="1089456"/>
                    <a:pt x="3033823" y="1098698"/>
                  </a:cubicBezTo>
                  <a:cubicBezTo>
                    <a:pt x="3037847" y="1110769"/>
                    <a:pt x="3044344" y="1121952"/>
                    <a:pt x="3048000" y="1134139"/>
                  </a:cubicBezTo>
                  <a:cubicBezTo>
                    <a:pt x="3051462" y="1145679"/>
                    <a:pt x="3051918" y="1157958"/>
                    <a:pt x="3055088" y="1169581"/>
                  </a:cubicBezTo>
                  <a:cubicBezTo>
                    <a:pt x="3059020" y="1183998"/>
                    <a:pt x="3064971" y="1197798"/>
                    <a:pt x="3069265" y="1212111"/>
                  </a:cubicBezTo>
                  <a:cubicBezTo>
                    <a:pt x="3074513" y="1229605"/>
                    <a:pt x="3080331" y="1258798"/>
                    <a:pt x="3083442" y="1275907"/>
                  </a:cubicBezTo>
                  <a:cubicBezTo>
                    <a:pt x="3086013" y="1290047"/>
                    <a:pt x="3087298" y="1304433"/>
                    <a:pt x="3090530" y="1318437"/>
                  </a:cubicBezTo>
                  <a:cubicBezTo>
                    <a:pt x="3094398" y="1335198"/>
                    <a:pt x="3099981" y="1351516"/>
                    <a:pt x="3104707" y="1368056"/>
                  </a:cubicBezTo>
                  <a:cubicBezTo>
                    <a:pt x="3116927" y="1526920"/>
                    <a:pt x="3116502" y="1479480"/>
                    <a:pt x="3104707" y="1715386"/>
                  </a:cubicBezTo>
                  <a:cubicBezTo>
                    <a:pt x="3104221" y="1725116"/>
                    <a:pt x="3099530" y="1734186"/>
                    <a:pt x="3097619" y="1743739"/>
                  </a:cubicBezTo>
                  <a:cubicBezTo>
                    <a:pt x="3094800" y="1757832"/>
                    <a:pt x="3093648" y="1772240"/>
                    <a:pt x="3090530" y="1786270"/>
                  </a:cubicBezTo>
                  <a:cubicBezTo>
                    <a:pt x="3088909" y="1793564"/>
                    <a:pt x="3085063" y="1800241"/>
                    <a:pt x="3083442" y="1807535"/>
                  </a:cubicBezTo>
                  <a:cubicBezTo>
                    <a:pt x="3080324" y="1821565"/>
                    <a:pt x="3079585" y="1836061"/>
                    <a:pt x="3076353" y="1850065"/>
                  </a:cubicBezTo>
                  <a:cubicBezTo>
                    <a:pt x="3072485" y="1866826"/>
                    <a:pt x="3066609" y="1883063"/>
                    <a:pt x="3062177" y="1899684"/>
                  </a:cubicBezTo>
                  <a:cubicBezTo>
                    <a:pt x="3057157" y="1918510"/>
                    <a:pt x="3052726" y="1937489"/>
                    <a:pt x="3048000" y="1956391"/>
                  </a:cubicBezTo>
                  <a:cubicBezTo>
                    <a:pt x="3045637" y="1965842"/>
                    <a:pt x="3042823" y="1975191"/>
                    <a:pt x="3040912" y="1984744"/>
                  </a:cubicBezTo>
                  <a:cubicBezTo>
                    <a:pt x="3026497" y="2056814"/>
                    <a:pt x="3041267" y="1990585"/>
                    <a:pt x="3026735" y="2041451"/>
                  </a:cubicBezTo>
                  <a:cubicBezTo>
                    <a:pt x="3024059" y="2050818"/>
                    <a:pt x="3023068" y="2060683"/>
                    <a:pt x="3019647" y="2069805"/>
                  </a:cubicBezTo>
                  <a:cubicBezTo>
                    <a:pt x="3015937" y="2079699"/>
                    <a:pt x="3009633" y="2088446"/>
                    <a:pt x="3005470" y="2098158"/>
                  </a:cubicBezTo>
                  <a:cubicBezTo>
                    <a:pt x="3002527" y="2105026"/>
                    <a:pt x="3000193" y="2112174"/>
                    <a:pt x="2998381" y="2119423"/>
                  </a:cubicBezTo>
                  <a:cubicBezTo>
                    <a:pt x="2995459" y="2131111"/>
                    <a:pt x="2996681" y="2144089"/>
                    <a:pt x="2991293" y="2154865"/>
                  </a:cubicBezTo>
                  <a:cubicBezTo>
                    <a:pt x="2986810" y="2163831"/>
                    <a:pt x="2977116" y="2169042"/>
                    <a:pt x="2970028" y="2176130"/>
                  </a:cubicBezTo>
                  <a:lnTo>
                    <a:pt x="2282456" y="2169042"/>
                  </a:lnTo>
                  <a:cubicBezTo>
                    <a:pt x="2249298" y="2168445"/>
                    <a:pt x="2216218" y="2165253"/>
                    <a:pt x="2183219" y="2161953"/>
                  </a:cubicBezTo>
                  <a:cubicBezTo>
                    <a:pt x="2145309" y="2158162"/>
                    <a:pt x="2107610" y="2152503"/>
                    <a:pt x="2069805" y="2147777"/>
                  </a:cubicBezTo>
                  <a:cubicBezTo>
                    <a:pt x="2050903" y="2145414"/>
                    <a:pt x="2031579" y="2145308"/>
                    <a:pt x="2013098" y="2140688"/>
                  </a:cubicBezTo>
                  <a:cubicBezTo>
                    <a:pt x="1942448" y="2123025"/>
                    <a:pt x="1975610" y="2129714"/>
                    <a:pt x="1913860" y="2119423"/>
                  </a:cubicBezTo>
                  <a:cubicBezTo>
                    <a:pt x="1899683" y="2114697"/>
                    <a:pt x="1885747" y="2109178"/>
                    <a:pt x="1871330" y="2105246"/>
                  </a:cubicBezTo>
                  <a:cubicBezTo>
                    <a:pt x="1859707" y="2102076"/>
                    <a:pt x="1847318" y="2101968"/>
                    <a:pt x="1835888" y="2098158"/>
                  </a:cubicBezTo>
                  <a:cubicBezTo>
                    <a:pt x="1811746" y="2090111"/>
                    <a:pt x="1789147" y="2077852"/>
                    <a:pt x="1765005" y="2069805"/>
                  </a:cubicBezTo>
                  <a:lnTo>
                    <a:pt x="1679944" y="2041451"/>
                  </a:lnTo>
                  <a:cubicBezTo>
                    <a:pt x="1665767" y="2036725"/>
                    <a:pt x="1651289" y="2032824"/>
                    <a:pt x="1637414" y="2027274"/>
                  </a:cubicBezTo>
                  <a:cubicBezTo>
                    <a:pt x="1625600" y="2022549"/>
                    <a:pt x="1613930" y="2017446"/>
                    <a:pt x="1601972" y="2013098"/>
                  </a:cubicBezTo>
                  <a:cubicBezTo>
                    <a:pt x="1587928" y="2007991"/>
                    <a:pt x="1573434" y="2004168"/>
                    <a:pt x="1559442" y="1998921"/>
                  </a:cubicBezTo>
                  <a:cubicBezTo>
                    <a:pt x="1535614" y="1989985"/>
                    <a:pt x="1511320" y="1981947"/>
                    <a:pt x="1488558" y="1970567"/>
                  </a:cubicBezTo>
                  <a:cubicBezTo>
                    <a:pt x="1479107" y="1965842"/>
                    <a:pt x="1469917" y="1960553"/>
                    <a:pt x="1460205" y="1956391"/>
                  </a:cubicBezTo>
                  <a:cubicBezTo>
                    <a:pt x="1453337" y="1953448"/>
                    <a:pt x="1445623" y="1952644"/>
                    <a:pt x="1438940" y="1949302"/>
                  </a:cubicBezTo>
                  <a:cubicBezTo>
                    <a:pt x="1431320" y="1945492"/>
                    <a:pt x="1425459" y="1938585"/>
                    <a:pt x="1417674" y="1935125"/>
                  </a:cubicBezTo>
                  <a:cubicBezTo>
                    <a:pt x="1404018" y="1929056"/>
                    <a:pt x="1375144" y="1920949"/>
                    <a:pt x="1375144" y="1920949"/>
                  </a:cubicBezTo>
                  <a:cubicBezTo>
                    <a:pt x="1338567" y="1896564"/>
                    <a:pt x="1365078" y="1909821"/>
                    <a:pt x="1304260" y="1899684"/>
                  </a:cubicBezTo>
                  <a:cubicBezTo>
                    <a:pt x="1216159" y="1885000"/>
                    <a:pt x="1338705" y="1899583"/>
                    <a:pt x="1197935" y="1885507"/>
                  </a:cubicBezTo>
                  <a:cubicBezTo>
                    <a:pt x="1117858" y="1865487"/>
                    <a:pt x="1160325" y="1875149"/>
                    <a:pt x="1070344" y="1857153"/>
                  </a:cubicBezTo>
                  <a:lnTo>
                    <a:pt x="1034902" y="1850065"/>
                  </a:lnTo>
                  <a:cubicBezTo>
                    <a:pt x="1023088" y="1847702"/>
                    <a:pt x="1010890" y="1846787"/>
                    <a:pt x="999460" y="1842977"/>
                  </a:cubicBezTo>
                  <a:cubicBezTo>
                    <a:pt x="941080" y="1823517"/>
                    <a:pt x="971723" y="1830914"/>
                    <a:pt x="907312" y="1821711"/>
                  </a:cubicBezTo>
                  <a:cubicBezTo>
                    <a:pt x="893135" y="1816986"/>
                    <a:pt x="879064" y="1811930"/>
                    <a:pt x="864781" y="1807535"/>
                  </a:cubicBezTo>
                  <a:cubicBezTo>
                    <a:pt x="812349" y="1791402"/>
                    <a:pt x="821443" y="1796930"/>
                    <a:pt x="772633" y="1779181"/>
                  </a:cubicBezTo>
                  <a:cubicBezTo>
                    <a:pt x="760675" y="1774833"/>
                    <a:pt x="749149" y="1769353"/>
                    <a:pt x="737191" y="1765005"/>
                  </a:cubicBezTo>
                  <a:cubicBezTo>
                    <a:pt x="723147" y="1759898"/>
                    <a:pt x="708535" y="1756378"/>
                    <a:pt x="694660" y="1750828"/>
                  </a:cubicBezTo>
                  <a:cubicBezTo>
                    <a:pt x="632883" y="1726117"/>
                    <a:pt x="699340" y="1744909"/>
                    <a:pt x="637953" y="1729563"/>
                  </a:cubicBezTo>
                  <a:cubicBezTo>
                    <a:pt x="628502" y="1724837"/>
                    <a:pt x="619624" y="1718728"/>
                    <a:pt x="609600" y="1715386"/>
                  </a:cubicBezTo>
                  <a:cubicBezTo>
                    <a:pt x="591116" y="1709224"/>
                    <a:pt x="571795" y="1705935"/>
                    <a:pt x="552893" y="1701209"/>
                  </a:cubicBezTo>
                  <a:cubicBezTo>
                    <a:pt x="543442" y="1698846"/>
                    <a:pt x="533782" y="1697202"/>
                    <a:pt x="524540" y="1694121"/>
                  </a:cubicBezTo>
                  <a:cubicBezTo>
                    <a:pt x="510363" y="1689395"/>
                    <a:pt x="496750" y="1682401"/>
                    <a:pt x="482009" y="1679944"/>
                  </a:cubicBezTo>
                  <a:cubicBezTo>
                    <a:pt x="467832" y="1677581"/>
                    <a:pt x="453572" y="1675675"/>
                    <a:pt x="439479" y="1672856"/>
                  </a:cubicBezTo>
                  <a:cubicBezTo>
                    <a:pt x="429926" y="1670945"/>
                    <a:pt x="420701" y="1667562"/>
                    <a:pt x="411126" y="1665767"/>
                  </a:cubicBezTo>
                  <a:cubicBezTo>
                    <a:pt x="356674" y="1655557"/>
                    <a:pt x="340321" y="1656676"/>
                    <a:pt x="297712" y="1644502"/>
                  </a:cubicBezTo>
                  <a:cubicBezTo>
                    <a:pt x="290528" y="1642449"/>
                    <a:pt x="283631" y="1639467"/>
                    <a:pt x="276447" y="1637414"/>
                  </a:cubicBezTo>
                  <a:cubicBezTo>
                    <a:pt x="267080" y="1634738"/>
                    <a:pt x="257460" y="1633001"/>
                    <a:pt x="248093" y="1630325"/>
                  </a:cubicBezTo>
                  <a:cubicBezTo>
                    <a:pt x="240909" y="1628272"/>
                    <a:pt x="234036" y="1625203"/>
                    <a:pt x="226828" y="1623237"/>
                  </a:cubicBezTo>
                  <a:cubicBezTo>
                    <a:pt x="208030" y="1618110"/>
                    <a:pt x="188605" y="1615221"/>
                    <a:pt x="170121" y="1609060"/>
                  </a:cubicBezTo>
                  <a:lnTo>
                    <a:pt x="127591" y="1594884"/>
                  </a:lnTo>
                  <a:cubicBezTo>
                    <a:pt x="120503" y="1590158"/>
                    <a:pt x="112350" y="1586731"/>
                    <a:pt x="106326" y="1580707"/>
                  </a:cubicBezTo>
                  <a:cubicBezTo>
                    <a:pt x="89300" y="1563681"/>
                    <a:pt x="93707" y="1558354"/>
                    <a:pt x="85060" y="1538177"/>
                  </a:cubicBezTo>
                  <a:cubicBezTo>
                    <a:pt x="66535" y="1494952"/>
                    <a:pt x="62187" y="1508864"/>
                    <a:pt x="49619" y="1446028"/>
                  </a:cubicBezTo>
                  <a:cubicBezTo>
                    <a:pt x="47256" y="1434214"/>
                    <a:pt x="46340" y="1422016"/>
                    <a:pt x="42530" y="1410586"/>
                  </a:cubicBezTo>
                  <a:cubicBezTo>
                    <a:pt x="39188" y="1400561"/>
                    <a:pt x="32515" y="1391945"/>
                    <a:pt x="28353" y="1382232"/>
                  </a:cubicBezTo>
                  <a:cubicBezTo>
                    <a:pt x="25410" y="1375364"/>
                    <a:pt x="23628" y="1368055"/>
                    <a:pt x="21265" y="1360967"/>
                  </a:cubicBezTo>
                  <a:cubicBezTo>
                    <a:pt x="14405" y="1306087"/>
                    <a:pt x="11154" y="1285250"/>
                    <a:pt x="7088" y="1226288"/>
                  </a:cubicBezTo>
                  <a:cubicBezTo>
                    <a:pt x="4157" y="1183793"/>
                    <a:pt x="2363" y="1141228"/>
                    <a:pt x="0" y="1098698"/>
                  </a:cubicBezTo>
                  <a:cubicBezTo>
                    <a:pt x="2363" y="919126"/>
                    <a:pt x="2655" y="739514"/>
                    <a:pt x="7088" y="559981"/>
                  </a:cubicBezTo>
                  <a:cubicBezTo>
                    <a:pt x="7835" y="529748"/>
                    <a:pt x="19036" y="517048"/>
                    <a:pt x="28353" y="489098"/>
                  </a:cubicBezTo>
                  <a:cubicBezTo>
                    <a:pt x="34119" y="471800"/>
                    <a:pt x="38781" y="442170"/>
                    <a:pt x="42530" y="425302"/>
                  </a:cubicBezTo>
                  <a:cubicBezTo>
                    <a:pt x="44643" y="415792"/>
                    <a:pt x="46198" y="406071"/>
                    <a:pt x="49619" y="396949"/>
                  </a:cubicBezTo>
                  <a:cubicBezTo>
                    <a:pt x="53329" y="387055"/>
                    <a:pt x="60085" y="378489"/>
                    <a:pt x="63795" y="368595"/>
                  </a:cubicBezTo>
                  <a:cubicBezTo>
                    <a:pt x="67216" y="359473"/>
                    <a:pt x="68085" y="349573"/>
                    <a:pt x="70884" y="340242"/>
                  </a:cubicBezTo>
                  <a:cubicBezTo>
                    <a:pt x="75178" y="325928"/>
                    <a:pt x="81435" y="312208"/>
                    <a:pt x="85060" y="297711"/>
                  </a:cubicBezTo>
                  <a:cubicBezTo>
                    <a:pt x="107225" y="209060"/>
                    <a:pt x="78896" y="319287"/>
                    <a:pt x="99237" y="248093"/>
                  </a:cubicBezTo>
                  <a:cubicBezTo>
                    <a:pt x="101913" y="238726"/>
                    <a:pt x="103527" y="229070"/>
                    <a:pt x="106326" y="219739"/>
                  </a:cubicBezTo>
                  <a:cubicBezTo>
                    <a:pt x="110620" y="205426"/>
                    <a:pt x="116877" y="191706"/>
                    <a:pt x="120502" y="177209"/>
                  </a:cubicBezTo>
                  <a:cubicBezTo>
                    <a:pt x="122865" y="167758"/>
                    <a:pt x="124170" y="157978"/>
                    <a:pt x="127591" y="148856"/>
                  </a:cubicBezTo>
                  <a:cubicBezTo>
                    <a:pt x="131301" y="138962"/>
                    <a:pt x="137605" y="130214"/>
                    <a:pt x="141767" y="120502"/>
                  </a:cubicBezTo>
                  <a:cubicBezTo>
                    <a:pt x="169615" y="55522"/>
                    <a:pt x="124114" y="146082"/>
                    <a:pt x="163033" y="77972"/>
                  </a:cubicBezTo>
                  <a:cubicBezTo>
                    <a:pt x="168275" y="68797"/>
                    <a:pt x="171067" y="58217"/>
                    <a:pt x="177209" y="49618"/>
                  </a:cubicBezTo>
                  <a:cubicBezTo>
                    <a:pt x="183035" y="41461"/>
                    <a:pt x="192056" y="36054"/>
                    <a:pt x="198474" y="28353"/>
                  </a:cubicBezTo>
                  <a:cubicBezTo>
                    <a:pt x="223137" y="-1243"/>
                    <a:pt x="199007" y="11636"/>
                    <a:pt x="233916" y="0"/>
                  </a:cubicBezTo>
                  <a:cubicBezTo>
                    <a:pt x="375121" y="20171"/>
                    <a:pt x="191225" y="-4235"/>
                    <a:pt x="510363" y="14177"/>
                  </a:cubicBezTo>
                  <a:cubicBezTo>
                    <a:pt x="641129" y="21721"/>
                    <a:pt x="619477" y="27055"/>
                    <a:pt x="715926" y="35442"/>
                  </a:cubicBezTo>
                  <a:cubicBezTo>
                    <a:pt x="748965" y="38315"/>
                    <a:pt x="782105" y="39886"/>
                    <a:pt x="815163" y="42530"/>
                  </a:cubicBezTo>
                  <a:cubicBezTo>
                    <a:pt x="1067600" y="62724"/>
                    <a:pt x="687374" y="34919"/>
                    <a:pt x="992372" y="56707"/>
                  </a:cubicBezTo>
                  <a:cubicBezTo>
                    <a:pt x="1006549" y="61433"/>
                    <a:pt x="1020249" y="67953"/>
                    <a:pt x="1034902" y="70884"/>
                  </a:cubicBezTo>
                  <a:cubicBezTo>
                    <a:pt x="1067668" y="77437"/>
                    <a:pt x="1101180" y="79566"/>
                    <a:pt x="1134140" y="85060"/>
                  </a:cubicBezTo>
                  <a:lnTo>
                    <a:pt x="1176670" y="92149"/>
                  </a:lnTo>
                  <a:cubicBezTo>
                    <a:pt x="1209715" y="97106"/>
                    <a:pt x="1243288" y="99076"/>
                    <a:pt x="1275907" y="106325"/>
                  </a:cubicBezTo>
                  <a:lnTo>
                    <a:pt x="1467293" y="148856"/>
                  </a:lnTo>
                  <a:cubicBezTo>
                    <a:pt x="1488558" y="153581"/>
                    <a:pt x="1510142" y="157048"/>
                    <a:pt x="1531088" y="163032"/>
                  </a:cubicBezTo>
                  <a:cubicBezTo>
                    <a:pt x="1594526" y="181157"/>
                    <a:pt x="1563740" y="174381"/>
                    <a:pt x="1623237" y="184298"/>
                  </a:cubicBezTo>
                  <a:cubicBezTo>
                    <a:pt x="1720473" y="223190"/>
                    <a:pt x="1598283" y="176812"/>
                    <a:pt x="1694121" y="205563"/>
                  </a:cubicBezTo>
                  <a:cubicBezTo>
                    <a:pt x="1787378" y="233540"/>
                    <a:pt x="1672935" y="208412"/>
                    <a:pt x="1765005" y="226828"/>
                  </a:cubicBezTo>
                  <a:cubicBezTo>
                    <a:pt x="1900437" y="284871"/>
                    <a:pt x="1730402" y="214470"/>
                    <a:pt x="1864242" y="262270"/>
                  </a:cubicBezTo>
                  <a:cubicBezTo>
                    <a:pt x="1881188" y="268322"/>
                    <a:pt x="1896789" y="277845"/>
                    <a:pt x="1913860" y="283535"/>
                  </a:cubicBezTo>
                  <a:cubicBezTo>
                    <a:pt x="1946498" y="294414"/>
                    <a:pt x="1981477" y="298336"/>
                    <a:pt x="2013098" y="311888"/>
                  </a:cubicBezTo>
                  <a:cubicBezTo>
                    <a:pt x="2166646" y="377694"/>
                    <a:pt x="2066830" y="337585"/>
                    <a:pt x="2254102" y="404037"/>
                  </a:cubicBezTo>
                  <a:lnTo>
                    <a:pt x="2332074" y="432391"/>
                  </a:lnTo>
                  <a:cubicBezTo>
                    <a:pt x="2355855" y="441450"/>
                    <a:pt x="2378583" y="453432"/>
                    <a:pt x="2402958" y="460744"/>
                  </a:cubicBezTo>
                  <a:cubicBezTo>
                    <a:pt x="2452660" y="475655"/>
                    <a:pt x="2489196" y="485835"/>
                    <a:pt x="2537637" y="503274"/>
                  </a:cubicBezTo>
                  <a:cubicBezTo>
                    <a:pt x="2667448" y="550007"/>
                    <a:pt x="2629361" y="537419"/>
                    <a:pt x="2750288" y="588335"/>
                  </a:cubicBezTo>
                  <a:cubicBezTo>
                    <a:pt x="2897527" y="650329"/>
                    <a:pt x="2658655" y="548845"/>
                    <a:pt x="2828260" y="616688"/>
                  </a:cubicBezTo>
                  <a:cubicBezTo>
                    <a:pt x="2854728" y="627276"/>
                    <a:pt x="2866078" y="638142"/>
                    <a:pt x="2892056" y="652130"/>
                  </a:cubicBezTo>
                  <a:cubicBezTo>
                    <a:pt x="2985579" y="702489"/>
                    <a:pt x="2913783" y="657164"/>
                    <a:pt x="2991293" y="708837"/>
                  </a:cubicBezTo>
                  <a:cubicBezTo>
                    <a:pt x="2998381" y="713563"/>
                    <a:pt x="3006534" y="716990"/>
                    <a:pt x="3012558" y="723014"/>
                  </a:cubicBezTo>
                  <a:cubicBezTo>
                    <a:pt x="3039847" y="750303"/>
                    <a:pt x="3025482" y="738718"/>
                    <a:pt x="3055088" y="758456"/>
                  </a:cubicBezTo>
                  <a:cubicBezTo>
                    <a:pt x="3071299" y="807088"/>
                    <a:pt x="3073627" y="790628"/>
                    <a:pt x="3062177" y="836428"/>
                  </a:cubicBezTo>
                  <a:cubicBezTo>
                    <a:pt x="3060365" y="843677"/>
                    <a:pt x="3060371" y="852410"/>
                    <a:pt x="3055088" y="857693"/>
                  </a:cubicBezTo>
                  <a:cubicBezTo>
                    <a:pt x="3049805" y="862976"/>
                    <a:pt x="3040911" y="862418"/>
                    <a:pt x="3033823" y="864781"/>
                  </a:cubicBezTo>
                  <a:cubicBezTo>
                    <a:pt x="3026735" y="869507"/>
                    <a:pt x="3013406" y="870481"/>
                    <a:pt x="3012558" y="878958"/>
                  </a:cubicBezTo>
                  <a:cubicBezTo>
                    <a:pt x="3002830" y="976248"/>
                    <a:pt x="3013286" y="974379"/>
                    <a:pt x="3026735" y="1034902"/>
                  </a:cubicBezTo>
                  <a:cubicBezTo>
                    <a:pt x="3029348" y="1046663"/>
                    <a:pt x="3030653" y="1058721"/>
                    <a:pt x="3033823" y="1070344"/>
                  </a:cubicBezTo>
                  <a:cubicBezTo>
                    <a:pt x="3048747" y="1125066"/>
                    <a:pt x="3048000" y="1126244"/>
                    <a:pt x="3048000" y="1105786"/>
                  </a:cubicBezTo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pic>
        <p:nvPicPr>
          <p:cNvPr id="3" name="圖片 2">
            <a:extLst>
              <a:ext uri="{FF2B5EF4-FFF2-40B4-BE49-F238E27FC236}">
                <a16:creationId xmlns:a16="http://schemas.microsoft.com/office/drawing/2014/main" id="{F62981E3-1349-48E8-8B68-97346476B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805" y="-3693"/>
            <a:ext cx="6946195" cy="6890625"/>
          </a:xfrm>
          <a:prstGeom prst="rect">
            <a:avLst/>
          </a:prstGeom>
        </p:spPr>
      </p:pic>
      <p:sp>
        <p:nvSpPr>
          <p:cNvPr id="60" name="Bar 60"/>
          <p:cNvSpPr/>
          <p:nvPr/>
        </p:nvSpPr>
        <p:spPr>
          <a:xfrm>
            <a:off x="558800" y="660400"/>
            <a:ext cx="685800" cy="762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Headline"/>
          <p:cNvSpPr txBox="1"/>
          <p:nvPr/>
        </p:nvSpPr>
        <p:spPr>
          <a:xfrm>
            <a:off x="533400" y="965200"/>
            <a:ext cx="4318000" cy="1117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zh-TW" altLang="zh-TW" sz="3200" dirty="0">
                <a:solidFill>
                  <a:srgbClr val="3C4C5A"/>
                </a:solidFill>
              </a:rPr>
              <a:t>兩性關係裡的界線</a:t>
            </a:r>
            <a:endParaRPr lang="zh-TW" sz="1500" dirty="0">
              <a:solidFill>
                <a:srgbClr val="3C4C5A"/>
              </a:solidFill>
            </a:endParaRPr>
          </a:p>
        </p:txBody>
      </p:sp>
      <p:sp>
        <p:nvSpPr>
          <p:cNvPr id="62" name="Rules"/>
          <p:cNvSpPr txBox="1"/>
          <p:nvPr/>
        </p:nvSpPr>
        <p:spPr>
          <a:xfrm>
            <a:off x="533400" y="2413000"/>
            <a:ext cx="4318000" cy="2133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zh-TW" sz="1700" b="1" dirty="0">
                <a:solidFill>
                  <a:srgbClr val="E97132"/>
                </a:solidFill>
              </a:rPr>
              <a:t>01 </a:t>
            </a:r>
            <a:r>
              <a:rPr lang="zh-TW" altLang="en-US" sz="1700" b="1" dirty="0">
                <a:solidFill>
                  <a:srgbClr val="E97132"/>
                </a:solidFill>
              </a:rPr>
              <a:t>不情勒</a:t>
            </a:r>
            <a:endParaRPr lang="zh-TW" sz="1700" b="1" dirty="0">
              <a:solidFill>
                <a:srgbClr val="E97132"/>
              </a:solidFill>
            </a:endParaRPr>
          </a:p>
          <a:p>
            <a:pPr marL="0" indent="0" algn="l">
              <a:spcBef>
                <a:spcPts val="400"/>
              </a:spcBef>
              <a:buNone/>
            </a:pPr>
            <a:r>
              <a:rPr lang="zh-TW" altLang="en-US" sz="1450" dirty="0">
                <a:solidFill>
                  <a:srgbClr val="3C4C5A"/>
                </a:solidFill>
              </a:rPr>
              <a:t>愛情不能情勒，但作業可以</a:t>
            </a:r>
            <a:r>
              <a:rPr lang="zh-TW" sz="1450" dirty="0">
                <a:solidFill>
                  <a:srgbClr val="3C4C5A"/>
                </a:solidFill>
              </a:rPr>
              <a:t>。</a:t>
            </a:r>
          </a:p>
          <a:p>
            <a:pPr marL="0" indent="0" algn="l">
              <a:spcBef>
                <a:spcPts val="1500"/>
              </a:spcBef>
              <a:buNone/>
            </a:pPr>
            <a:r>
              <a:rPr lang="zh-TW" sz="1700" b="1" dirty="0">
                <a:solidFill>
                  <a:srgbClr val="E97132"/>
                </a:solidFill>
              </a:rPr>
              <a:t>02 </a:t>
            </a:r>
            <a:r>
              <a:rPr lang="zh-TW" altLang="en-US" sz="1700" b="1" dirty="0">
                <a:solidFill>
                  <a:srgbClr val="E97132"/>
                </a:solidFill>
              </a:rPr>
              <a:t>不扣分</a:t>
            </a:r>
            <a:endParaRPr lang="zh-TW" sz="1700" b="1" dirty="0">
              <a:solidFill>
                <a:srgbClr val="E97132"/>
              </a:solidFill>
            </a:endParaRPr>
          </a:p>
          <a:p>
            <a:pPr marL="0" indent="0" algn="l">
              <a:spcBef>
                <a:spcPts val="400"/>
              </a:spcBef>
              <a:buNone/>
            </a:pPr>
            <a:r>
              <a:rPr lang="en-US" altLang="zh-TW" sz="1450" dirty="0">
                <a:solidFill>
                  <a:srgbClr val="3C4C5A"/>
                </a:solidFill>
              </a:rPr>
              <a:t>Ai</a:t>
            </a:r>
            <a:r>
              <a:rPr lang="zh-TW" altLang="en-US" sz="1450" dirty="0">
                <a:solidFill>
                  <a:srgbClr val="3C4C5A"/>
                </a:solidFill>
              </a:rPr>
              <a:t>的文案太雷霆，此處留白</a:t>
            </a:r>
            <a:r>
              <a:rPr lang="zh-TW" sz="1450" dirty="0">
                <a:solidFill>
                  <a:srgbClr val="3C4C5A"/>
                </a:solidFill>
              </a:rPr>
              <a:t>。</a:t>
            </a:r>
          </a:p>
          <a:p>
            <a:pPr marL="0" indent="0" algn="l">
              <a:spcBef>
                <a:spcPts val="1500"/>
              </a:spcBef>
              <a:buNone/>
            </a:pPr>
            <a:r>
              <a:rPr lang="zh-TW" sz="1700" b="1" dirty="0">
                <a:solidFill>
                  <a:srgbClr val="E97132"/>
                </a:solidFill>
              </a:rPr>
              <a:t>03 不</a:t>
            </a:r>
            <a:r>
              <a:rPr lang="zh-TW" altLang="en-US" sz="1700" b="1" dirty="0">
                <a:solidFill>
                  <a:srgbClr val="E97132"/>
                </a:solidFill>
              </a:rPr>
              <a:t>衝動</a:t>
            </a:r>
            <a:endParaRPr lang="zh-TW" sz="1700" b="1" dirty="0">
              <a:solidFill>
                <a:srgbClr val="E97132"/>
              </a:solidFill>
            </a:endParaRPr>
          </a:p>
          <a:p>
            <a:pPr>
              <a:spcBef>
                <a:spcPts val="400"/>
              </a:spcBef>
            </a:pPr>
            <a:r>
              <a:rPr lang="zh-TW" altLang="en-US" sz="1450" dirty="0">
                <a:solidFill>
                  <a:srgbClr val="3C4C5A"/>
                </a:solidFill>
              </a:rPr>
              <a:t>頭與膝蓋都是不錯的大腦</a:t>
            </a:r>
            <a:r>
              <a:rPr lang="zh-TW" altLang="zh-TW" sz="1450" dirty="0">
                <a:solidFill>
                  <a:srgbClr val="3C4C5A"/>
                </a:solidFill>
              </a:rPr>
              <a:t>。</a:t>
            </a:r>
          </a:p>
        </p:txBody>
      </p:sp>
      <p:sp>
        <p:nvSpPr>
          <p:cNvPr id="2" name="手繪多邊形 1">
            <a:extLst>
              <a:ext uri="{FF2B5EF4-FFF2-40B4-BE49-F238E27FC236}">
                <a16:creationId xmlns:a16="http://schemas.microsoft.com/office/drawing/2014/main" id="{8A41F126-C7D6-524C-74FD-5F6DF860508A}"/>
              </a:ext>
            </a:extLst>
          </p:cNvPr>
          <p:cNvSpPr/>
          <p:nvPr/>
        </p:nvSpPr>
        <p:spPr>
          <a:xfrm>
            <a:off x="5677386" y="1357747"/>
            <a:ext cx="3381554" cy="2977116"/>
          </a:xfrm>
          <a:custGeom>
            <a:avLst/>
            <a:gdLst>
              <a:gd name="csX0" fmla="*/ 68052 w 3341339"/>
              <a:gd name="csY0" fmla="*/ 828474 h 2902440"/>
              <a:gd name="csX1" fmla="*/ 273461 w 3341339"/>
              <a:gd name="csY1" fmla="*/ 828474 h 2902440"/>
              <a:gd name="csX2" fmla="*/ 299965 w 3341339"/>
              <a:gd name="csY2" fmla="*/ 821848 h 2902440"/>
              <a:gd name="csX3" fmla="*/ 352974 w 3341339"/>
              <a:gd name="csY3" fmla="*/ 815222 h 2902440"/>
              <a:gd name="csX4" fmla="*/ 372852 w 3341339"/>
              <a:gd name="csY4" fmla="*/ 808596 h 2902440"/>
              <a:gd name="csX5" fmla="*/ 405983 w 3341339"/>
              <a:gd name="csY5" fmla="*/ 801970 h 2902440"/>
              <a:gd name="csX6" fmla="*/ 432487 w 3341339"/>
              <a:gd name="csY6" fmla="*/ 788718 h 2902440"/>
              <a:gd name="csX7" fmla="*/ 505374 w 3341339"/>
              <a:gd name="csY7" fmla="*/ 748961 h 2902440"/>
              <a:gd name="csX8" fmla="*/ 525252 w 3341339"/>
              <a:gd name="csY8" fmla="*/ 735709 h 2902440"/>
              <a:gd name="csX9" fmla="*/ 545130 w 3341339"/>
              <a:gd name="csY9" fmla="*/ 722457 h 2902440"/>
              <a:gd name="csX10" fmla="*/ 604765 w 3341339"/>
              <a:gd name="csY10" fmla="*/ 662822 h 2902440"/>
              <a:gd name="csX11" fmla="*/ 624643 w 3341339"/>
              <a:gd name="csY11" fmla="*/ 642944 h 2902440"/>
              <a:gd name="csX12" fmla="*/ 644522 w 3341339"/>
              <a:gd name="csY12" fmla="*/ 623066 h 2902440"/>
              <a:gd name="csX13" fmla="*/ 684278 w 3341339"/>
              <a:gd name="csY13" fmla="*/ 570057 h 2902440"/>
              <a:gd name="csX14" fmla="*/ 704156 w 3341339"/>
              <a:gd name="csY14" fmla="*/ 543553 h 2902440"/>
              <a:gd name="csX15" fmla="*/ 717409 w 3341339"/>
              <a:gd name="csY15" fmla="*/ 530300 h 2902440"/>
              <a:gd name="csX16" fmla="*/ 743913 w 3341339"/>
              <a:gd name="csY16" fmla="*/ 510422 h 2902440"/>
              <a:gd name="csX17" fmla="*/ 763791 w 3341339"/>
              <a:gd name="csY17" fmla="*/ 483918 h 2902440"/>
              <a:gd name="csX18" fmla="*/ 796922 w 3341339"/>
              <a:gd name="csY18" fmla="*/ 457414 h 2902440"/>
              <a:gd name="csX19" fmla="*/ 856556 w 3341339"/>
              <a:gd name="csY19" fmla="*/ 391153 h 2902440"/>
              <a:gd name="csX20" fmla="*/ 922817 w 3341339"/>
              <a:gd name="csY20" fmla="*/ 331518 h 2902440"/>
              <a:gd name="csX21" fmla="*/ 962574 w 3341339"/>
              <a:gd name="csY21" fmla="*/ 291761 h 2902440"/>
              <a:gd name="csX22" fmla="*/ 982452 w 3341339"/>
              <a:gd name="csY22" fmla="*/ 271883 h 2902440"/>
              <a:gd name="csX23" fmla="*/ 1002330 w 3341339"/>
              <a:gd name="csY23" fmla="*/ 258631 h 2902440"/>
              <a:gd name="csX24" fmla="*/ 1022209 w 3341339"/>
              <a:gd name="csY24" fmla="*/ 238753 h 2902440"/>
              <a:gd name="csX25" fmla="*/ 1088470 w 3341339"/>
              <a:gd name="csY25" fmla="*/ 198996 h 2902440"/>
              <a:gd name="csX26" fmla="*/ 1148104 w 3341339"/>
              <a:gd name="csY26" fmla="*/ 159240 h 2902440"/>
              <a:gd name="csX27" fmla="*/ 1161356 w 3341339"/>
              <a:gd name="csY27" fmla="*/ 145987 h 2902440"/>
              <a:gd name="csX28" fmla="*/ 1181235 w 3341339"/>
              <a:gd name="csY28" fmla="*/ 139361 h 2902440"/>
              <a:gd name="csX29" fmla="*/ 1220991 w 3341339"/>
              <a:gd name="csY29" fmla="*/ 119483 h 2902440"/>
              <a:gd name="csX30" fmla="*/ 1287252 w 3341339"/>
              <a:gd name="csY30" fmla="*/ 92979 h 2902440"/>
              <a:gd name="csX31" fmla="*/ 1327009 w 3341339"/>
              <a:gd name="csY31" fmla="*/ 79727 h 2902440"/>
              <a:gd name="csX32" fmla="*/ 1353513 w 3341339"/>
              <a:gd name="csY32" fmla="*/ 66474 h 2902440"/>
              <a:gd name="csX33" fmla="*/ 1439652 w 3341339"/>
              <a:gd name="csY33" fmla="*/ 46596 h 2902440"/>
              <a:gd name="csX34" fmla="*/ 1466156 w 3341339"/>
              <a:gd name="csY34" fmla="*/ 39970 h 2902440"/>
              <a:gd name="csX35" fmla="*/ 1592052 w 3341339"/>
              <a:gd name="csY35" fmla="*/ 20092 h 2902440"/>
              <a:gd name="csX36" fmla="*/ 1631809 w 3341339"/>
              <a:gd name="csY36" fmla="*/ 13466 h 2902440"/>
              <a:gd name="csX37" fmla="*/ 1982991 w 3341339"/>
              <a:gd name="csY37" fmla="*/ 20092 h 2902440"/>
              <a:gd name="csX38" fmla="*/ 2022748 w 3341339"/>
              <a:gd name="csY38" fmla="*/ 26718 h 2902440"/>
              <a:gd name="csX39" fmla="*/ 2115513 w 3341339"/>
              <a:gd name="csY39" fmla="*/ 46596 h 2902440"/>
              <a:gd name="csX40" fmla="*/ 2241409 w 3341339"/>
              <a:gd name="csY40" fmla="*/ 59848 h 2902440"/>
              <a:gd name="csX41" fmla="*/ 2301043 w 3341339"/>
              <a:gd name="csY41" fmla="*/ 73100 h 2902440"/>
              <a:gd name="csX42" fmla="*/ 2347426 w 3341339"/>
              <a:gd name="csY42" fmla="*/ 86353 h 2902440"/>
              <a:gd name="csX43" fmla="*/ 2400435 w 3341339"/>
              <a:gd name="csY43" fmla="*/ 99605 h 2902440"/>
              <a:gd name="csX44" fmla="*/ 2440191 w 3341339"/>
              <a:gd name="csY44" fmla="*/ 112857 h 2902440"/>
              <a:gd name="csX45" fmla="*/ 2506452 w 3341339"/>
              <a:gd name="csY45" fmla="*/ 126109 h 2902440"/>
              <a:gd name="csX46" fmla="*/ 2532956 w 3341339"/>
              <a:gd name="csY46" fmla="*/ 132735 h 2902440"/>
              <a:gd name="csX47" fmla="*/ 2579339 w 3341339"/>
              <a:gd name="csY47" fmla="*/ 139361 h 2902440"/>
              <a:gd name="csX48" fmla="*/ 2798000 w 3341339"/>
              <a:gd name="csY48" fmla="*/ 132735 h 2902440"/>
              <a:gd name="csX49" fmla="*/ 2877513 w 3341339"/>
              <a:gd name="csY49" fmla="*/ 119483 h 2902440"/>
              <a:gd name="csX50" fmla="*/ 2943774 w 3341339"/>
              <a:gd name="csY50" fmla="*/ 112857 h 2902440"/>
              <a:gd name="csX51" fmla="*/ 2976904 w 3341339"/>
              <a:gd name="csY51" fmla="*/ 106231 h 2902440"/>
              <a:gd name="csX52" fmla="*/ 3063043 w 3341339"/>
              <a:gd name="csY52" fmla="*/ 86353 h 2902440"/>
              <a:gd name="csX53" fmla="*/ 3089548 w 3341339"/>
              <a:gd name="csY53" fmla="*/ 73100 h 2902440"/>
              <a:gd name="csX54" fmla="*/ 3109426 w 3341339"/>
              <a:gd name="csY54" fmla="*/ 59848 h 2902440"/>
              <a:gd name="csX55" fmla="*/ 3162435 w 3341339"/>
              <a:gd name="csY55" fmla="*/ 33344 h 2902440"/>
              <a:gd name="csX56" fmla="*/ 3188939 w 3341339"/>
              <a:gd name="csY56" fmla="*/ 20092 h 2902440"/>
              <a:gd name="csX57" fmla="*/ 3215443 w 3341339"/>
              <a:gd name="csY57" fmla="*/ 6840 h 2902440"/>
              <a:gd name="csX58" fmla="*/ 3241948 w 3341339"/>
              <a:gd name="csY58" fmla="*/ 214 h 2902440"/>
              <a:gd name="csX59" fmla="*/ 3328087 w 3341339"/>
              <a:gd name="csY59" fmla="*/ 26718 h 2902440"/>
              <a:gd name="csX60" fmla="*/ 3334713 w 3341339"/>
              <a:gd name="csY60" fmla="*/ 59848 h 2902440"/>
              <a:gd name="csX61" fmla="*/ 3328087 w 3341339"/>
              <a:gd name="csY61" fmla="*/ 179118 h 2902440"/>
              <a:gd name="csX62" fmla="*/ 3301583 w 3341339"/>
              <a:gd name="csY62" fmla="*/ 245379 h 2902440"/>
              <a:gd name="csX63" fmla="*/ 3275078 w 3341339"/>
              <a:gd name="csY63" fmla="*/ 285135 h 2902440"/>
              <a:gd name="csX64" fmla="*/ 3255200 w 3341339"/>
              <a:gd name="csY64" fmla="*/ 298387 h 2902440"/>
              <a:gd name="csX65" fmla="*/ 3241948 w 3341339"/>
              <a:gd name="csY65" fmla="*/ 311640 h 2902440"/>
              <a:gd name="csX66" fmla="*/ 3222070 w 3341339"/>
              <a:gd name="csY66" fmla="*/ 318266 h 2902440"/>
              <a:gd name="csX67" fmla="*/ 3202191 w 3341339"/>
              <a:gd name="csY67" fmla="*/ 331518 h 2902440"/>
              <a:gd name="csX68" fmla="*/ 3175687 w 3341339"/>
              <a:gd name="csY68" fmla="*/ 344770 h 2902440"/>
              <a:gd name="csX69" fmla="*/ 3149183 w 3341339"/>
              <a:gd name="csY69" fmla="*/ 364648 h 2902440"/>
              <a:gd name="csX70" fmla="*/ 3082922 w 3341339"/>
              <a:gd name="csY70" fmla="*/ 411031 h 2902440"/>
              <a:gd name="csX71" fmla="*/ 3069670 w 3341339"/>
              <a:gd name="csY71" fmla="*/ 430909 h 2902440"/>
              <a:gd name="csX72" fmla="*/ 3056417 w 3341339"/>
              <a:gd name="csY72" fmla="*/ 470666 h 2902440"/>
              <a:gd name="csX73" fmla="*/ 3056417 w 3341339"/>
              <a:gd name="csY73" fmla="*/ 576683 h 2902440"/>
              <a:gd name="csX74" fmla="*/ 3069670 w 3341339"/>
              <a:gd name="csY74" fmla="*/ 589935 h 2902440"/>
              <a:gd name="csX75" fmla="*/ 3076296 w 3341339"/>
              <a:gd name="csY75" fmla="*/ 616440 h 2902440"/>
              <a:gd name="csX76" fmla="*/ 3089548 w 3341339"/>
              <a:gd name="csY76" fmla="*/ 636318 h 2902440"/>
              <a:gd name="csX77" fmla="*/ 3102800 w 3341339"/>
              <a:gd name="csY77" fmla="*/ 662822 h 2902440"/>
              <a:gd name="csX78" fmla="*/ 3109426 w 3341339"/>
              <a:gd name="csY78" fmla="*/ 682700 h 2902440"/>
              <a:gd name="csX79" fmla="*/ 3135930 w 3341339"/>
              <a:gd name="csY79" fmla="*/ 735709 h 2902440"/>
              <a:gd name="csX80" fmla="*/ 3162435 w 3341339"/>
              <a:gd name="csY80" fmla="*/ 788718 h 2902440"/>
              <a:gd name="csX81" fmla="*/ 3175687 w 3341339"/>
              <a:gd name="csY81" fmla="*/ 815222 h 2902440"/>
              <a:gd name="csX82" fmla="*/ 3188939 w 3341339"/>
              <a:gd name="csY82" fmla="*/ 841727 h 2902440"/>
              <a:gd name="csX83" fmla="*/ 3215443 w 3341339"/>
              <a:gd name="csY83" fmla="*/ 881483 h 2902440"/>
              <a:gd name="csX84" fmla="*/ 3222070 w 3341339"/>
              <a:gd name="csY84" fmla="*/ 907987 h 2902440"/>
              <a:gd name="csX85" fmla="*/ 3235322 w 3341339"/>
              <a:gd name="csY85" fmla="*/ 941118 h 2902440"/>
              <a:gd name="csX86" fmla="*/ 3241948 w 3341339"/>
              <a:gd name="csY86" fmla="*/ 974248 h 2902440"/>
              <a:gd name="csX87" fmla="*/ 3248574 w 3341339"/>
              <a:gd name="csY87" fmla="*/ 994127 h 2902440"/>
              <a:gd name="csX88" fmla="*/ 3261826 w 3341339"/>
              <a:gd name="csY88" fmla="*/ 1133274 h 2902440"/>
              <a:gd name="csX89" fmla="*/ 3268452 w 3341339"/>
              <a:gd name="csY89" fmla="*/ 1298927 h 2902440"/>
              <a:gd name="csX90" fmla="*/ 3275078 w 3341339"/>
              <a:gd name="csY90" fmla="*/ 1279048 h 2902440"/>
              <a:gd name="csX91" fmla="*/ 3261826 w 3341339"/>
              <a:gd name="csY91" fmla="*/ 1206161 h 2902440"/>
              <a:gd name="csX92" fmla="*/ 3241948 w 3341339"/>
              <a:gd name="csY92" fmla="*/ 1153153 h 2902440"/>
              <a:gd name="csX93" fmla="*/ 3248574 w 3341339"/>
              <a:gd name="csY93" fmla="*/ 1226040 h 2902440"/>
              <a:gd name="csX94" fmla="*/ 3261826 w 3341339"/>
              <a:gd name="csY94" fmla="*/ 1285674 h 2902440"/>
              <a:gd name="csX95" fmla="*/ 3268452 w 3341339"/>
              <a:gd name="csY95" fmla="*/ 1318805 h 2902440"/>
              <a:gd name="csX96" fmla="*/ 3281704 w 3341339"/>
              <a:gd name="csY96" fmla="*/ 1418196 h 2902440"/>
              <a:gd name="csX97" fmla="*/ 3288330 w 3341339"/>
              <a:gd name="csY97" fmla="*/ 1809135 h 2902440"/>
              <a:gd name="csX98" fmla="*/ 3294956 w 3341339"/>
              <a:gd name="csY98" fmla="*/ 1829014 h 2902440"/>
              <a:gd name="csX99" fmla="*/ 3308209 w 3341339"/>
              <a:gd name="csY99" fmla="*/ 1882022 h 2902440"/>
              <a:gd name="csX100" fmla="*/ 3314835 w 3341339"/>
              <a:gd name="csY100" fmla="*/ 1908527 h 2902440"/>
              <a:gd name="csX101" fmla="*/ 3328087 w 3341339"/>
              <a:gd name="csY101" fmla="*/ 1954909 h 2902440"/>
              <a:gd name="csX102" fmla="*/ 3341339 w 3341339"/>
              <a:gd name="csY102" fmla="*/ 2027796 h 2902440"/>
              <a:gd name="csX103" fmla="*/ 3334713 w 3341339"/>
              <a:gd name="csY103" fmla="*/ 2345848 h 2902440"/>
              <a:gd name="csX104" fmla="*/ 3328087 w 3341339"/>
              <a:gd name="csY104" fmla="*/ 2365727 h 2902440"/>
              <a:gd name="csX105" fmla="*/ 3308209 w 3341339"/>
              <a:gd name="csY105" fmla="*/ 2392231 h 2902440"/>
              <a:gd name="csX106" fmla="*/ 3261826 w 3341339"/>
              <a:gd name="csY106" fmla="*/ 2458492 h 2902440"/>
              <a:gd name="csX107" fmla="*/ 3222070 w 3341339"/>
              <a:gd name="csY107" fmla="*/ 2484996 h 2902440"/>
              <a:gd name="csX108" fmla="*/ 3182313 w 3341339"/>
              <a:gd name="csY108" fmla="*/ 2511500 h 2902440"/>
              <a:gd name="csX109" fmla="*/ 3122678 w 3341339"/>
              <a:gd name="csY109" fmla="*/ 2551257 h 2902440"/>
              <a:gd name="csX110" fmla="*/ 3089548 w 3341339"/>
              <a:gd name="csY110" fmla="*/ 2564509 h 2902440"/>
              <a:gd name="csX111" fmla="*/ 3029913 w 3341339"/>
              <a:gd name="csY111" fmla="*/ 2604266 h 2902440"/>
              <a:gd name="csX112" fmla="*/ 3003409 w 3341339"/>
              <a:gd name="csY112" fmla="*/ 2617518 h 2902440"/>
              <a:gd name="csX113" fmla="*/ 2983530 w 3341339"/>
              <a:gd name="csY113" fmla="*/ 2630770 h 2902440"/>
              <a:gd name="csX114" fmla="*/ 2963652 w 3341339"/>
              <a:gd name="csY114" fmla="*/ 2637396 h 2902440"/>
              <a:gd name="csX115" fmla="*/ 2917270 w 3341339"/>
              <a:gd name="csY115" fmla="*/ 2670527 h 2902440"/>
              <a:gd name="csX116" fmla="*/ 2870887 w 3341339"/>
              <a:gd name="csY116" fmla="*/ 2697031 h 2902440"/>
              <a:gd name="csX117" fmla="*/ 2817878 w 3341339"/>
              <a:gd name="csY117" fmla="*/ 2743414 h 2902440"/>
              <a:gd name="csX118" fmla="*/ 2798000 w 3341339"/>
              <a:gd name="csY118" fmla="*/ 2756666 h 2902440"/>
              <a:gd name="csX119" fmla="*/ 2725113 w 3341339"/>
              <a:gd name="csY119" fmla="*/ 2809674 h 2902440"/>
              <a:gd name="csX120" fmla="*/ 2705235 w 3341339"/>
              <a:gd name="csY120" fmla="*/ 2816300 h 2902440"/>
              <a:gd name="csX121" fmla="*/ 2672104 w 3341339"/>
              <a:gd name="csY121" fmla="*/ 2842805 h 2902440"/>
              <a:gd name="csX122" fmla="*/ 2652226 w 3341339"/>
              <a:gd name="csY122" fmla="*/ 2849431 h 2902440"/>
              <a:gd name="csX123" fmla="*/ 2625722 w 3341339"/>
              <a:gd name="csY123" fmla="*/ 2862683 h 2902440"/>
              <a:gd name="csX124" fmla="*/ 2592591 w 3341339"/>
              <a:gd name="csY124" fmla="*/ 2869309 h 2902440"/>
              <a:gd name="csX125" fmla="*/ 2506452 w 3341339"/>
              <a:gd name="csY125" fmla="*/ 2882561 h 2902440"/>
              <a:gd name="csX126" fmla="*/ 2380556 w 3341339"/>
              <a:gd name="csY126" fmla="*/ 2895814 h 2902440"/>
              <a:gd name="csX127" fmla="*/ 2307670 w 3341339"/>
              <a:gd name="csY127" fmla="*/ 2902440 h 2902440"/>
              <a:gd name="csX128" fmla="*/ 1744452 w 3341339"/>
              <a:gd name="csY128" fmla="*/ 2895814 h 2902440"/>
              <a:gd name="csX129" fmla="*/ 1631809 w 3341339"/>
              <a:gd name="csY129" fmla="*/ 2882561 h 2902440"/>
              <a:gd name="csX130" fmla="*/ 1585426 w 3341339"/>
              <a:gd name="csY130" fmla="*/ 2869309 h 2902440"/>
              <a:gd name="csX131" fmla="*/ 1532417 w 3341339"/>
              <a:gd name="csY131" fmla="*/ 2849431 h 2902440"/>
              <a:gd name="csX132" fmla="*/ 1419774 w 3341339"/>
              <a:gd name="csY132" fmla="*/ 2822927 h 2902440"/>
              <a:gd name="csX133" fmla="*/ 1366765 w 3341339"/>
              <a:gd name="csY133" fmla="*/ 2803048 h 2902440"/>
              <a:gd name="csX134" fmla="*/ 1267374 w 3341339"/>
              <a:gd name="csY134" fmla="*/ 2769918 h 2902440"/>
              <a:gd name="csX135" fmla="*/ 1167983 w 3341339"/>
              <a:gd name="csY135" fmla="*/ 2697031 h 2902440"/>
              <a:gd name="csX136" fmla="*/ 1134852 w 3341339"/>
              <a:gd name="csY136" fmla="*/ 2663900 h 2902440"/>
              <a:gd name="csX137" fmla="*/ 1095096 w 3341339"/>
              <a:gd name="csY137" fmla="*/ 2630770 h 2902440"/>
              <a:gd name="csX138" fmla="*/ 1061965 w 3341339"/>
              <a:gd name="csY138" fmla="*/ 2597640 h 2902440"/>
              <a:gd name="csX139" fmla="*/ 1035461 w 3341339"/>
              <a:gd name="csY139" fmla="*/ 2577761 h 2902440"/>
              <a:gd name="csX140" fmla="*/ 1015583 w 3341339"/>
              <a:gd name="csY140" fmla="*/ 2557883 h 2902440"/>
              <a:gd name="csX141" fmla="*/ 995704 w 3341339"/>
              <a:gd name="csY141" fmla="*/ 2544631 h 2902440"/>
              <a:gd name="csX142" fmla="*/ 975826 w 3341339"/>
              <a:gd name="csY142" fmla="*/ 2524753 h 2902440"/>
              <a:gd name="csX143" fmla="*/ 929443 w 3341339"/>
              <a:gd name="csY143" fmla="*/ 2498248 h 2902440"/>
              <a:gd name="csX144" fmla="*/ 883061 w 3341339"/>
              <a:gd name="csY144" fmla="*/ 2465118 h 2902440"/>
              <a:gd name="csX145" fmla="*/ 830052 w 3341339"/>
              <a:gd name="csY145" fmla="*/ 2438614 h 2902440"/>
              <a:gd name="csX146" fmla="*/ 810174 w 3341339"/>
              <a:gd name="csY146" fmla="*/ 2425361 h 2902440"/>
              <a:gd name="csX147" fmla="*/ 750539 w 3341339"/>
              <a:gd name="csY147" fmla="*/ 2378979 h 2902440"/>
              <a:gd name="csX148" fmla="*/ 697530 w 3341339"/>
              <a:gd name="csY148" fmla="*/ 2339222 h 2902440"/>
              <a:gd name="csX149" fmla="*/ 631270 w 3341339"/>
              <a:gd name="csY149" fmla="*/ 2279587 h 2902440"/>
              <a:gd name="csX150" fmla="*/ 618017 w 3341339"/>
              <a:gd name="csY150" fmla="*/ 2259709 h 2902440"/>
              <a:gd name="csX151" fmla="*/ 591513 w 3341339"/>
              <a:gd name="csY151" fmla="*/ 2233205 h 2902440"/>
              <a:gd name="csX152" fmla="*/ 565009 w 3341339"/>
              <a:gd name="csY152" fmla="*/ 2186822 h 2902440"/>
              <a:gd name="csX153" fmla="*/ 538504 w 3341339"/>
              <a:gd name="csY153" fmla="*/ 2147066 h 2902440"/>
              <a:gd name="csX154" fmla="*/ 512000 w 3341339"/>
              <a:gd name="csY154" fmla="*/ 2080805 h 2902440"/>
              <a:gd name="csX155" fmla="*/ 505374 w 3341339"/>
              <a:gd name="csY155" fmla="*/ 2054300 h 2902440"/>
              <a:gd name="csX156" fmla="*/ 492122 w 3341339"/>
              <a:gd name="csY156" fmla="*/ 1948283 h 2902440"/>
              <a:gd name="csX157" fmla="*/ 478870 w 3341339"/>
              <a:gd name="csY157" fmla="*/ 1882022 h 2902440"/>
              <a:gd name="csX158" fmla="*/ 465617 w 3341339"/>
              <a:gd name="csY158" fmla="*/ 1809135 h 2902440"/>
              <a:gd name="csX159" fmla="*/ 472243 w 3341339"/>
              <a:gd name="csY159" fmla="*/ 1577222 h 2902440"/>
              <a:gd name="csX160" fmla="*/ 485496 w 3341339"/>
              <a:gd name="csY160" fmla="*/ 1537466 h 2902440"/>
              <a:gd name="csX161" fmla="*/ 492122 w 3341339"/>
              <a:gd name="csY161" fmla="*/ 1517587 h 2902440"/>
              <a:gd name="csX162" fmla="*/ 498748 w 3341339"/>
              <a:gd name="csY162" fmla="*/ 1491083 h 2902440"/>
              <a:gd name="csX163" fmla="*/ 518626 w 3341339"/>
              <a:gd name="csY163" fmla="*/ 1451327 h 2902440"/>
              <a:gd name="csX164" fmla="*/ 512000 w 3341339"/>
              <a:gd name="csY164" fmla="*/ 1404944 h 2902440"/>
              <a:gd name="csX165" fmla="*/ 492122 w 3341339"/>
              <a:gd name="csY165" fmla="*/ 1385066 h 2902440"/>
              <a:gd name="csX166" fmla="*/ 478870 w 3341339"/>
              <a:gd name="csY166" fmla="*/ 1365187 h 2902440"/>
              <a:gd name="csX167" fmla="*/ 445739 w 3341339"/>
              <a:gd name="csY167" fmla="*/ 1332057 h 2902440"/>
              <a:gd name="csX168" fmla="*/ 439113 w 3341339"/>
              <a:gd name="csY168" fmla="*/ 1312179 h 2902440"/>
              <a:gd name="csX169" fmla="*/ 399356 w 3341339"/>
              <a:gd name="csY169" fmla="*/ 1259170 h 2902440"/>
              <a:gd name="csX170" fmla="*/ 392730 w 3341339"/>
              <a:gd name="csY170" fmla="*/ 1239292 h 2902440"/>
              <a:gd name="csX171" fmla="*/ 366226 w 3341339"/>
              <a:gd name="csY171" fmla="*/ 1192909 h 2902440"/>
              <a:gd name="csX172" fmla="*/ 346348 w 3341339"/>
              <a:gd name="csY172" fmla="*/ 1173031 h 2902440"/>
              <a:gd name="csX173" fmla="*/ 333096 w 3341339"/>
              <a:gd name="csY173" fmla="*/ 1153153 h 2902440"/>
              <a:gd name="csX174" fmla="*/ 299965 w 3341339"/>
              <a:gd name="csY174" fmla="*/ 1126648 h 2902440"/>
              <a:gd name="csX175" fmla="*/ 280087 w 3341339"/>
              <a:gd name="csY175" fmla="*/ 1120022 h 2902440"/>
              <a:gd name="csX176" fmla="*/ 253583 w 3341339"/>
              <a:gd name="csY176" fmla="*/ 1106770 h 2902440"/>
              <a:gd name="csX177" fmla="*/ 227078 w 3341339"/>
              <a:gd name="csY177" fmla="*/ 1100144 h 2902440"/>
              <a:gd name="csX178" fmla="*/ 207200 w 3341339"/>
              <a:gd name="csY178" fmla="*/ 1093518 h 2902440"/>
              <a:gd name="csX179" fmla="*/ 160817 w 3341339"/>
              <a:gd name="csY179" fmla="*/ 1080266 h 2902440"/>
              <a:gd name="csX180" fmla="*/ 127687 w 3341339"/>
              <a:gd name="csY180" fmla="*/ 1053761 h 2902440"/>
              <a:gd name="csX181" fmla="*/ 107809 w 3341339"/>
              <a:gd name="csY181" fmla="*/ 1040509 h 2902440"/>
              <a:gd name="csX182" fmla="*/ 74678 w 3341339"/>
              <a:gd name="csY182" fmla="*/ 1000753 h 2902440"/>
              <a:gd name="csX183" fmla="*/ 54800 w 3341339"/>
              <a:gd name="csY183" fmla="*/ 987500 h 2902440"/>
              <a:gd name="csX184" fmla="*/ 41548 w 3341339"/>
              <a:gd name="csY184" fmla="*/ 967622 h 2902440"/>
              <a:gd name="csX185" fmla="*/ 8417 w 3341339"/>
              <a:gd name="csY185" fmla="*/ 927866 h 2902440"/>
              <a:gd name="csX186" fmla="*/ 8417 w 3341339"/>
              <a:gd name="csY186" fmla="*/ 874857 h 2902440"/>
              <a:gd name="csX187" fmla="*/ 48174 w 3341339"/>
              <a:gd name="csY187" fmla="*/ 861605 h 2902440"/>
              <a:gd name="csX188" fmla="*/ 68052 w 3341339"/>
              <a:gd name="csY188" fmla="*/ 848353 h 2902440"/>
              <a:gd name="csX189" fmla="*/ 68052 w 3341339"/>
              <a:gd name="csY189" fmla="*/ 828474 h 2902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</a:cxnLst>
            <a:rect l="l" t="t" r="r" b="b"/>
            <a:pathLst>
              <a:path w="3341339" h="2902440">
                <a:moveTo>
                  <a:pt x="68052" y="828474"/>
                </a:moveTo>
                <a:cubicBezTo>
                  <a:pt x="102287" y="825161"/>
                  <a:pt x="146587" y="839047"/>
                  <a:pt x="273461" y="828474"/>
                </a:cubicBezTo>
                <a:cubicBezTo>
                  <a:pt x="282536" y="827718"/>
                  <a:pt x="290982" y="823345"/>
                  <a:pt x="299965" y="821848"/>
                </a:cubicBezTo>
                <a:cubicBezTo>
                  <a:pt x="317530" y="818921"/>
                  <a:pt x="335304" y="817431"/>
                  <a:pt x="352974" y="815222"/>
                </a:cubicBezTo>
                <a:cubicBezTo>
                  <a:pt x="359600" y="813013"/>
                  <a:pt x="366076" y="810290"/>
                  <a:pt x="372852" y="808596"/>
                </a:cubicBezTo>
                <a:cubicBezTo>
                  <a:pt x="383778" y="805865"/>
                  <a:pt x="395299" y="805531"/>
                  <a:pt x="405983" y="801970"/>
                </a:cubicBezTo>
                <a:cubicBezTo>
                  <a:pt x="415354" y="798847"/>
                  <a:pt x="423461" y="792730"/>
                  <a:pt x="432487" y="788718"/>
                </a:cubicBezTo>
                <a:cubicBezTo>
                  <a:pt x="489989" y="763162"/>
                  <a:pt x="442887" y="790619"/>
                  <a:pt x="505374" y="748961"/>
                </a:cubicBezTo>
                <a:lnTo>
                  <a:pt x="525252" y="735709"/>
                </a:lnTo>
                <a:cubicBezTo>
                  <a:pt x="531878" y="731292"/>
                  <a:pt x="539499" y="728088"/>
                  <a:pt x="545130" y="722457"/>
                </a:cubicBezTo>
                <a:lnTo>
                  <a:pt x="604765" y="662822"/>
                </a:lnTo>
                <a:lnTo>
                  <a:pt x="624643" y="642944"/>
                </a:lnTo>
                <a:cubicBezTo>
                  <a:pt x="631269" y="636318"/>
                  <a:pt x="638900" y="630563"/>
                  <a:pt x="644522" y="623066"/>
                </a:cubicBezTo>
                <a:lnTo>
                  <a:pt x="684278" y="570057"/>
                </a:lnTo>
                <a:cubicBezTo>
                  <a:pt x="690904" y="561222"/>
                  <a:pt x="696347" y="551362"/>
                  <a:pt x="704156" y="543553"/>
                </a:cubicBezTo>
                <a:cubicBezTo>
                  <a:pt x="708574" y="539135"/>
                  <a:pt x="712610" y="534300"/>
                  <a:pt x="717409" y="530300"/>
                </a:cubicBezTo>
                <a:cubicBezTo>
                  <a:pt x="725893" y="523230"/>
                  <a:pt x="736104" y="518231"/>
                  <a:pt x="743913" y="510422"/>
                </a:cubicBezTo>
                <a:cubicBezTo>
                  <a:pt x="751722" y="502613"/>
                  <a:pt x="755982" y="491727"/>
                  <a:pt x="763791" y="483918"/>
                </a:cubicBezTo>
                <a:cubicBezTo>
                  <a:pt x="773791" y="473918"/>
                  <a:pt x="786457" y="466927"/>
                  <a:pt x="796922" y="457414"/>
                </a:cubicBezTo>
                <a:cubicBezTo>
                  <a:pt x="886387" y="376082"/>
                  <a:pt x="800743" y="452547"/>
                  <a:pt x="856556" y="391153"/>
                </a:cubicBezTo>
                <a:cubicBezTo>
                  <a:pt x="896567" y="347141"/>
                  <a:pt x="889118" y="353984"/>
                  <a:pt x="922817" y="331518"/>
                </a:cubicBezTo>
                <a:cubicBezTo>
                  <a:pt x="946147" y="296525"/>
                  <a:pt x="924220" y="324637"/>
                  <a:pt x="962574" y="291761"/>
                </a:cubicBezTo>
                <a:cubicBezTo>
                  <a:pt x="969689" y="285663"/>
                  <a:pt x="975253" y="277882"/>
                  <a:pt x="982452" y="271883"/>
                </a:cubicBezTo>
                <a:cubicBezTo>
                  <a:pt x="988570" y="266785"/>
                  <a:pt x="996212" y="263729"/>
                  <a:pt x="1002330" y="258631"/>
                </a:cubicBezTo>
                <a:cubicBezTo>
                  <a:pt x="1009529" y="252632"/>
                  <a:pt x="1014812" y="244506"/>
                  <a:pt x="1022209" y="238753"/>
                </a:cubicBezTo>
                <a:cubicBezTo>
                  <a:pt x="1084056" y="190650"/>
                  <a:pt x="1039116" y="229367"/>
                  <a:pt x="1088470" y="198996"/>
                </a:cubicBezTo>
                <a:cubicBezTo>
                  <a:pt x="1108817" y="186475"/>
                  <a:pt x="1131212" y="176134"/>
                  <a:pt x="1148104" y="159240"/>
                </a:cubicBezTo>
                <a:cubicBezTo>
                  <a:pt x="1152521" y="154822"/>
                  <a:pt x="1155999" y="149201"/>
                  <a:pt x="1161356" y="145987"/>
                </a:cubicBezTo>
                <a:cubicBezTo>
                  <a:pt x="1167345" y="142393"/>
                  <a:pt x="1174609" y="141570"/>
                  <a:pt x="1181235" y="139361"/>
                </a:cubicBezTo>
                <a:cubicBezTo>
                  <a:pt x="1212611" y="118444"/>
                  <a:pt x="1188571" y="131952"/>
                  <a:pt x="1220991" y="119483"/>
                </a:cubicBezTo>
                <a:cubicBezTo>
                  <a:pt x="1243194" y="110944"/>
                  <a:pt x="1264684" y="100501"/>
                  <a:pt x="1287252" y="92979"/>
                </a:cubicBezTo>
                <a:cubicBezTo>
                  <a:pt x="1300504" y="88562"/>
                  <a:pt x="1314515" y="85975"/>
                  <a:pt x="1327009" y="79727"/>
                </a:cubicBezTo>
                <a:cubicBezTo>
                  <a:pt x="1335844" y="75309"/>
                  <a:pt x="1344142" y="69598"/>
                  <a:pt x="1353513" y="66474"/>
                </a:cubicBezTo>
                <a:cubicBezTo>
                  <a:pt x="1385984" y="55650"/>
                  <a:pt x="1408117" y="53604"/>
                  <a:pt x="1439652" y="46596"/>
                </a:cubicBezTo>
                <a:cubicBezTo>
                  <a:pt x="1448542" y="44621"/>
                  <a:pt x="1457205" y="41648"/>
                  <a:pt x="1466156" y="39970"/>
                </a:cubicBezTo>
                <a:cubicBezTo>
                  <a:pt x="1543308" y="25504"/>
                  <a:pt x="1529397" y="29731"/>
                  <a:pt x="1592052" y="20092"/>
                </a:cubicBezTo>
                <a:cubicBezTo>
                  <a:pt x="1605331" y="18049"/>
                  <a:pt x="1618557" y="15675"/>
                  <a:pt x="1631809" y="13466"/>
                </a:cubicBezTo>
                <a:lnTo>
                  <a:pt x="1982991" y="20092"/>
                </a:lnTo>
                <a:cubicBezTo>
                  <a:pt x="1996418" y="20547"/>
                  <a:pt x="2009574" y="24083"/>
                  <a:pt x="2022748" y="26718"/>
                </a:cubicBezTo>
                <a:cubicBezTo>
                  <a:pt x="2062869" y="34742"/>
                  <a:pt x="2060690" y="41612"/>
                  <a:pt x="2115513" y="46596"/>
                </a:cubicBezTo>
                <a:cubicBezTo>
                  <a:pt x="2157647" y="50426"/>
                  <a:pt x="2199584" y="53414"/>
                  <a:pt x="2241409" y="59848"/>
                </a:cubicBezTo>
                <a:cubicBezTo>
                  <a:pt x="2258288" y="62445"/>
                  <a:pt x="2283974" y="68445"/>
                  <a:pt x="2301043" y="73100"/>
                </a:cubicBezTo>
                <a:cubicBezTo>
                  <a:pt x="2316556" y="77331"/>
                  <a:pt x="2331889" y="82210"/>
                  <a:pt x="2347426" y="86353"/>
                </a:cubicBezTo>
                <a:cubicBezTo>
                  <a:pt x="2365024" y="91046"/>
                  <a:pt x="2383156" y="93845"/>
                  <a:pt x="2400435" y="99605"/>
                </a:cubicBezTo>
                <a:cubicBezTo>
                  <a:pt x="2413687" y="104022"/>
                  <a:pt x="2426493" y="110118"/>
                  <a:pt x="2440191" y="112857"/>
                </a:cubicBezTo>
                <a:cubicBezTo>
                  <a:pt x="2462278" y="117274"/>
                  <a:pt x="2484600" y="120646"/>
                  <a:pt x="2506452" y="126109"/>
                </a:cubicBezTo>
                <a:cubicBezTo>
                  <a:pt x="2515287" y="128318"/>
                  <a:pt x="2523996" y="131106"/>
                  <a:pt x="2532956" y="132735"/>
                </a:cubicBezTo>
                <a:cubicBezTo>
                  <a:pt x="2548322" y="135529"/>
                  <a:pt x="2563878" y="137152"/>
                  <a:pt x="2579339" y="139361"/>
                </a:cubicBezTo>
                <a:cubicBezTo>
                  <a:pt x="2652226" y="137152"/>
                  <a:pt x="2725241" y="137586"/>
                  <a:pt x="2798000" y="132735"/>
                </a:cubicBezTo>
                <a:cubicBezTo>
                  <a:pt x="2824810" y="130948"/>
                  <a:pt x="2850776" y="122157"/>
                  <a:pt x="2877513" y="119483"/>
                </a:cubicBezTo>
                <a:lnTo>
                  <a:pt x="2943774" y="112857"/>
                </a:lnTo>
                <a:cubicBezTo>
                  <a:pt x="2954817" y="110648"/>
                  <a:pt x="2965795" y="108082"/>
                  <a:pt x="2976904" y="106231"/>
                </a:cubicBezTo>
                <a:cubicBezTo>
                  <a:pt x="3010907" y="100564"/>
                  <a:pt x="3031912" y="101919"/>
                  <a:pt x="3063043" y="86353"/>
                </a:cubicBezTo>
                <a:cubicBezTo>
                  <a:pt x="3071878" y="81935"/>
                  <a:pt x="3080972" y="78001"/>
                  <a:pt x="3089548" y="73100"/>
                </a:cubicBezTo>
                <a:cubicBezTo>
                  <a:pt x="3096462" y="69149"/>
                  <a:pt x="3102435" y="63661"/>
                  <a:pt x="3109426" y="59848"/>
                </a:cubicBezTo>
                <a:cubicBezTo>
                  <a:pt x="3126769" y="50388"/>
                  <a:pt x="3144765" y="42179"/>
                  <a:pt x="3162435" y="33344"/>
                </a:cubicBezTo>
                <a:lnTo>
                  <a:pt x="3188939" y="20092"/>
                </a:lnTo>
                <a:cubicBezTo>
                  <a:pt x="3197774" y="15675"/>
                  <a:pt x="3205860" y="9236"/>
                  <a:pt x="3215443" y="6840"/>
                </a:cubicBezTo>
                <a:lnTo>
                  <a:pt x="3241948" y="214"/>
                </a:lnTo>
                <a:cubicBezTo>
                  <a:pt x="3285600" y="4182"/>
                  <a:pt x="3313434" y="-12356"/>
                  <a:pt x="3328087" y="26718"/>
                </a:cubicBezTo>
                <a:cubicBezTo>
                  <a:pt x="3332041" y="37263"/>
                  <a:pt x="3332504" y="48805"/>
                  <a:pt x="3334713" y="59848"/>
                </a:cubicBezTo>
                <a:cubicBezTo>
                  <a:pt x="3332504" y="99605"/>
                  <a:pt x="3333026" y="139608"/>
                  <a:pt x="3328087" y="179118"/>
                </a:cubicBezTo>
                <a:cubicBezTo>
                  <a:pt x="3326091" y="195085"/>
                  <a:pt x="3310913" y="229828"/>
                  <a:pt x="3301583" y="245379"/>
                </a:cubicBezTo>
                <a:cubicBezTo>
                  <a:pt x="3293389" y="259036"/>
                  <a:pt x="3288330" y="276300"/>
                  <a:pt x="3275078" y="285135"/>
                </a:cubicBezTo>
                <a:cubicBezTo>
                  <a:pt x="3268452" y="289552"/>
                  <a:pt x="3261418" y="293412"/>
                  <a:pt x="3255200" y="298387"/>
                </a:cubicBezTo>
                <a:cubicBezTo>
                  <a:pt x="3250322" y="302290"/>
                  <a:pt x="3247305" y="308426"/>
                  <a:pt x="3241948" y="311640"/>
                </a:cubicBezTo>
                <a:cubicBezTo>
                  <a:pt x="3235959" y="315234"/>
                  <a:pt x="3228317" y="315143"/>
                  <a:pt x="3222070" y="318266"/>
                </a:cubicBezTo>
                <a:cubicBezTo>
                  <a:pt x="3214947" y="321827"/>
                  <a:pt x="3209105" y="327567"/>
                  <a:pt x="3202191" y="331518"/>
                </a:cubicBezTo>
                <a:cubicBezTo>
                  <a:pt x="3193615" y="336419"/>
                  <a:pt x="3184063" y="339535"/>
                  <a:pt x="3175687" y="344770"/>
                </a:cubicBezTo>
                <a:cubicBezTo>
                  <a:pt x="3166322" y="350623"/>
                  <a:pt x="3158230" y="358315"/>
                  <a:pt x="3149183" y="364648"/>
                </a:cubicBezTo>
                <a:cubicBezTo>
                  <a:pt x="3141969" y="369698"/>
                  <a:pt x="3093233" y="400720"/>
                  <a:pt x="3082922" y="411031"/>
                </a:cubicBezTo>
                <a:cubicBezTo>
                  <a:pt x="3077291" y="416662"/>
                  <a:pt x="3072904" y="423632"/>
                  <a:pt x="3069670" y="430909"/>
                </a:cubicBezTo>
                <a:cubicBezTo>
                  <a:pt x="3063996" y="443674"/>
                  <a:pt x="3056417" y="470666"/>
                  <a:pt x="3056417" y="470666"/>
                </a:cubicBezTo>
                <a:cubicBezTo>
                  <a:pt x="3050223" y="514024"/>
                  <a:pt x="3043891" y="530755"/>
                  <a:pt x="3056417" y="576683"/>
                </a:cubicBezTo>
                <a:cubicBezTo>
                  <a:pt x="3058061" y="582710"/>
                  <a:pt x="3065252" y="585518"/>
                  <a:pt x="3069670" y="589935"/>
                </a:cubicBezTo>
                <a:cubicBezTo>
                  <a:pt x="3071879" y="598770"/>
                  <a:pt x="3072709" y="608069"/>
                  <a:pt x="3076296" y="616440"/>
                </a:cubicBezTo>
                <a:cubicBezTo>
                  <a:pt x="3079433" y="623760"/>
                  <a:pt x="3085597" y="629404"/>
                  <a:pt x="3089548" y="636318"/>
                </a:cubicBezTo>
                <a:cubicBezTo>
                  <a:pt x="3094449" y="644894"/>
                  <a:pt x="3098909" y="653743"/>
                  <a:pt x="3102800" y="662822"/>
                </a:cubicBezTo>
                <a:cubicBezTo>
                  <a:pt x="3105551" y="669242"/>
                  <a:pt x="3106536" y="676342"/>
                  <a:pt x="3109426" y="682700"/>
                </a:cubicBezTo>
                <a:cubicBezTo>
                  <a:pt x="3117601" y="700685"/>
                  <a:pt x="3127095" y="718039"/>
                  <a:pt x="3135930" y="735709"/>
                </a:cubicBezTo>
                <a:lnTo>
                  <a:pt x="3162435" y="788718"/>
                </a:lnTo>
                <a:lnTo>
                  <a:pt x="3175687" y="815222"/>
                </a:lnTo>
                <a:cubicBezTo>
                  <a:pt x="3180104" y="824057"/>
                  <a:pt x="3183460" y="833508"/>
                  <a:pt x="3188939" y="841727"/>
                </a:cubicBezTo>
                <a:lnTo>
                  <a:pt x="3215443" y="881483"/>
                </a:lnTo>
                <a:cubicBezTo>
                  <a:pt x="3217652" y="890318"/>
                  <a:pt x="3219190" y="899348"/>
                  <a:pt x="3222070" y="907987"/>
                </a:cubicBezTo>
                <a:cubicBezTo>
                  <a:pt x="3225831" y="919271"/>
                  <a:pt x="3231904" y="929725"/>
                  <a:pt x="3235322" y="941118"/>
                </a:cubicBezTo>
                <a:cubicBezTo>
                  <a:pt x="3238558" y="951905"/>
                  <a:pt x="3239217" y="963322"/>
                  <a:pt x="3241948" y="974248"/>
                </a:cubicBezTo>
                <a:cubicBezTo>
                  <a:pt x="3243642" y="981024"/>
                  <a:pt x="3246365" y="987501"/>
                  <a:pt x="3248574" y="994127"/>
                </a:cubicBezTo>
                <a:cubicBezTo>
                  <a:pt x="3250753" y="1015913"/>
                  <a:pt x="3260746" y="1113841"/>
                  <a:pt x="3261826" y="1133274"/>
                </a:cubicBezTo>
                <a:cubicBezTo>
                  <a:pt x="3264891" y="1188451"/>
                  <a:pt x="3266243" y="1243709"/>
                  <a:pt x="3268452" y="1298927"/>
                </a:cubicBezTo>
                <a:cubicBezTo>
                  <a:pt x="3270661" y="1292301"/>
                  <a:pt x="3275078" y="1286033"/>
                  <a:pt x="3275078" y="1279048"/>
                </a:cubicBezTo>
                <a:cubicBezTo>
                  <a:pt x="3275078" y="1268568"/>
                  <a:pt x="3267625" y="1221625"/>
                  <a:pt x="3261826" y="1206161"/>
                </a:cubicBezTo>
                <a:cubicBezTo>
                  <a:pt x="3235838" y="1136859"/>
                  <a:pt x="3258957" y="1221188"/>
                  <a:pt x="3241948" y="1153153"/>
                </a:cubicBezTo>
                <a:cubicBezTo>
                  <a:pt x="3244157" y="1177449"/>
                  <a:pt x="3245548" y="1201833"/>
                  <a:pt x="3248574" y="1226040"/>
                </a:cubicBezTo>
                <a:cubicBezTo>
                  <a:pt x="3251429" y="1248880"/>
                  <a:pt x="3256962" y="1263786"/>
                  <a:pt x="3261826" y="1285674"/>
                </a:cubicBezTo>
                <a:cubicBezTo>
                  <a:pt x="3264269" y="1296668"/>
                  <a:pt x="3266437" y="1307724"/>
                  <a:pt x="3268452" y="1318805"/>
                </a:cubicBezTo>
                <a:cubicBezTo>
                  <a:pt x="3276950" y="1365545"/>
                  <a:pt x="3275703" y="1364182"/>
                  <a:pt x="3281704" y="1418196"/>
                </a:cubicBezTo>
                <a:cubicBezTo>
                  <a:pt x="3283913" y="1548509"/>
                  <a:pt x="3284128" y="1678871"/>
                  <a:pt x="3288330" y="1809135"/>
                </a:cubicBezTo>
                <a:cubicBezTo>
                  <a:pt x="3288555" y="1816116"/>
                  <a:pt x="3293118" y="1822275"/>
                  <a:pt x="3294956" y="1829014"/>
                </a:cubicBezTo>
                <a:cubicBezTo>
                  <a:pt x="3299748" y="1846585"/>
                  <a:pt x="3303791" y="1864353"/>
                  <a:pt x="3308209" y="1882022"/>
                </a:cubicBezTo>
                <a:cubicBezTo>
                  <a:pt x="3310418" y="1890857"/>
                  <a:pt x="3311955" y="1899887"/>
                  <a:pt x="3314835" y="1908527"/>
                </a:cubicBezTo>
                <a:cubicBezTo>
                  <a:pt x="3320512" y="1925558"/>
                  <a:pt x="3324759" y="1936605"/>
                  <a:pt x="3328087" y="1954909"/>
                </a:cubicBezTo>
                <a:cubicBezTo>
                  <a:pt x="3343915" y="2041962"/>
                  <a:pt x="3326311" y="1967683"/>
                  <a:pt x="3341339" y="2027796"/>
                </a:cubicBezTo>
                <a:cubicBezTo>
                  <a:pt x="3339130" y="2133813"/>
                  <a:pt x="3338868" y="2239889"/>
                  <a:pt x="3334713" y="2345848"/>
                </a:cubicBezTo>
                <a:cubicBezTo>
                  <a:pt x="3334439" y="2352827"/>
                  <a:pt x="3331552" y="2359663"/>
                  <a:pt x="3328087" y="2365727"/>
                </a:cubicBezTo>
                <a:cubicBezTo>
                  <a:pt x="3322608" y="2375315"/>
                  <a:pt x="3314542" y="2383184"/>
                  <a:pt x="3308209" y="2392231"/>
                </a:cubicBezTo>
                <a:cubicBezTo>
                  <a:pt x="3306225" y="2395066"/>
                  <a:pt x="3270010" y="2451217"/>
                  <a:pt x="3261826" y="2458492"/>
                </a:cubicBezTo>
                <a:cubicBezTo>
                  <a:pt x="3249922" y="2469073"/>
                  <a:pt x="3233332" y="2473734"/>
                  <a:pt x="3222070" y="2484996"/>
                </a:cubicBezTo>
                <a:cubicBezTo>
                  <a:pt x="3195064" y="2512000"/>
                  <a:pt x="3225106" y="2484753"/>
                  <a:pt x="3182313" y="2511500"/>
                </a:cubicBezTo>
                <a:cubicBezTo>
                  <a:pt x="3137916" y="2539249"/>
                  <a:pt x="3174130" y="2525531"/>
                  <a:pt x="3122678" y="2551257"/>
                </a:cubicBezTo>
                <a:cubicBezTo>
                  <a:pt x="3112040" y="2556576"/>
                  <a:pt x="3100186" y="2559190"/>
                  <a:pt x="3089548" y="2564509"/>
                </a:cubicBezTo>
                <a:cubicBezTo>
                  <a:pt x="3038096" y="2590235"/>
                  <a:pt x="3074310" y="2576517"/>
                  <a:pt x="3029913" y="2604266"/>
                </a:cubicBezTo>
                <a:cubicBezTo>
                  <a:pt x="3021537" y="2609501"/>
                  <a:pt x="3011985" y="2612617"/>
                  <a:pt x="3003409" y="2617518"/>
                </a:cubicBezTo>
                <a:cubicBezTo>
                  <a:pt x="2996495" y="2621469"/>
                  <a:pt x="2990653" y="2627209"/>
                  <a:pt x="2983530" y="2630770"/>
                </a:cubicBezTo>
                <a:cubicBezTo>
                  <a:pt x="2977283" y="2633893"/>
                  <a:pt x="2969899" y="2634272"/>
                  <a:pt x="2963652" y="2637396"/>
                </a:cubicBezTo>
                <a:cubicBezTo>
                  <a:pt x="2953238" y="2642603"/>
                  <a:pt x="2924278" y="2665521"/>
                  <a:pt x="2917270" y="2670527"/>
                </a:cubicBezTo>
                <a:cubicBezTo>
                  <a:pt x="2822432" y="2738269"/>
                  <a:pt x="2987292" y="2619429"/>
                  <a:pt x="2870887" y="2697031"/>
                </a:cubicBezTo>
                <a:cubicBezTo>
                  <a:pt x="2817697" y="2732490"/>
                  <a:pt x="2856198" y="2711480"/>
                  <a:pt x="2817878" y="2743414"/>
                </a:cubicBezTo>
                <a:cubicBezTo>
                  <a:pt x="2811760" y="2748512"/>
                  <a:pt x="2804371" y="2751888"/>
                  <a:pt x="2798000" y="2756666"/>
                </a:cubicBezTo>
                <a:cubicBezTo>
                  <a:pt x="2783563" y="2767493"/>
                  <a:pt x="2741578" y="2804186"/>
                  <a:pt x="2725113" y="2809674"/>
                </a:cubicBezTo>
                <a:lnTo>
                  <a:pt x="2705235" y="2816300"/>
                </a:lnTo>
                <a:cubicBezTo>
                  <a:pt x="2692907" y="2828629"/>
                  <a:pt x="2688825" y="2834445"/>
                  <a:pt x="2672104" y="2842805"/>
                </a:cubicBezTo>
                <a:cubicBezTo>
                  <a:pt x="2665857" y="2845928"/>
                  <a:pt x="2658646" y="2846680"/>
                  <a:pt x="2652226" y="2849431"/>
                </a:cubicBezTo>
                <a:cubicBezTo>
                  <a:pt x="2643147" y="2853322"/>
                  <a:pt x="2635093" y="2859560"/>
                  <a:pt x="2625722" y="2862683"/>
                </a:cubicBezTo>
                <a:cubicBezTo>
                  <a:pt x="2615038" y="2866244"/>
                  <a:pt x="2603672" y="2867294"/>
                  <a:pt x="2592591" y="2869309"/>
                </a:cubicBezTo>
                <a:cubicBezTo>
                  <a:pt x="2571237" y="2873192"/>
                  <a:pt x="2526834" y="2880209"/>
                  <a:pt x="2506452" y="2882561"/>
                </a:cubicBezTo>
                <a:cubicBezTo>
                  <a:pt x="2464533" y="2887398"/>
                  <a:pt x="2422544" y="2891615"/>
                  <a:pt x="2380556" y="2895814"/>
                </a:cubicBezTo>
                <a:lnTo>
                  <a:pt x="2307670" y="2902440"/>
                </a:lnTo>
                <a:lnTo>
                  <a:pt x="1744452" y="2895814"/>
                </a:lnTo>
                <a:cubicBezTo>
                  <a:pt x="1734108" y="2895594"/>
                  <a:pt x="1645022" y="2884213"/>
                  <a:pt x="1631809" y="2882561"/>
                </a:cubicBezTo>
                <a:cubicBezTo>
                  <a:pt x="1616348" y="2878144"/>
                  <a:pt x="1600681" y="2874394"/>
                  <a:pt x="1585426" y="2869309"/>
                </a:cubicBezTo>
                <a:cubicBezTo>
                  <a:pt x="1567523" y="2863342"/>
                  <a:pt x="1550521" y="2854756"/>
                  <a:pt x="1532417" y="2849431"/>
                </a:cubicBezTo>
                <a:cubicBezTo>
                  <a:pt x="1428880" y="2818979"/>
                  <a:pt x="1515904" y="2852968"/>
                  <a:pt x="1419774" y="2822927"/>
                </a:cubicBezTo>
                <a:cubicBezTo>
                  <a:pt x="1401762" y="2817298"/>
                  <a:pt x="1384777" y="2808677"/>
                  <a:pt x="1366765" y="2803048"/>
                </a:cubicBezTo>
                <a:cubicBezTo>
                  <a:pt x="1300361" y="2782297"/>
                  <a:pt x="1327797" y="2800129"/>
                  <a:pt x="1267374" y="2769918"/>
                </a:cubicBezTo>
                <a:cubicBezTo>
                  <a:pt x="1235363" y="2753913"/>
                  <a:pt x="1188573" y="2717621"/>
                  <a:pt x="1167983" y="2697031"/>
                </a:cubicBezTo>
                <a:cubicBezTo>
                  <a:pt x="1156939" y="2685987"/>
                  <a:pt x="1146408" y="2674406"/>
                  <a:pt x="1134852" y="2663900"/>
                </a:cubicBezTo>
                <a:cubicBezTo>
                  <a:pt x="1122088" y="2652296"/>
                  <a:pt x="1107860" y="2642374"/>
                  <a:pt x="1095096" y="2630770"/>
                </a:cubicBezTo>
                <a:cubicBezTo>
                  <a:pt x="1083540" y="2620264"/>
                  <a:pt x="1073638" y="2608016"/>
                  <a:pt x="1061965" y="2597640"/>
                </a:cubicBezTo>
                <a:cubicBezTo>
                  <a:pt x="1053711" y="2590303"/>
                  <a:pt x="1043846" y="2584948"/>
                  <a:pt x="1035461" y="2577761"/>
                </a:cubicBezTo>
                <a:cubicBezTo>
                  <a:pt x="1028346" y="2571663"/>
                  <a:pt x="1022782" y="2563882"/>
                  <a:pt x="1015583" y="2557883"/>
                </a:cubicBezTo>
                <a:cubicBezTo>
                  <a:pt x="1009465" y="2552785"/>
                  <a:pt x="1001822" y="2549729"/>
                  <a:pt x="995704" y="2544631"/>
                </a:cubicBezTo>
                <a:cubicBezTo>
                  <a:pt x="988505" y="2538632"/>
                  <a:pt x="983025" y="2530752"/>
                  <a:pt x="975826" y="2524753"/>
                </a:cubicBezTo>
                <a:cubicBezTo>
                  <a:pt x="953934" y="2506509"/>
                  <a:pt x="955375" y="2514455"/>
                  <a:pt x="929443" y="2498248"/>
                </a:cubicBezTo>
                <a:cubicBezTo>
                  <a:pt x="906329" y="2483802"/>
                  <a:pt x="905089" y="2477133"/>
                  <a:pt x="883061" y="2465118"/>
                </a:cubicBezTo>
                <a:cubicBezTo>
                  <a:pt x="865718" y="2455658"/>
                  <a:pt x="846489" y="2449573"/>
                  <a:pt x="830052" y="2438614"/>
                </a:cubicBezTo>
                <a:cubicBezTo>
                  <a:pt x="823426" y="2434196"/>
                  <a:pt x="816545" y="2430139"/>
                  <a:pt x="810174" y="2425361"/>
                </a:cubicBezTo>
                <a:cubicBezTo>
                  <a:pt x="790028" y="2410251"/>
                  <a:pt x="771492" y="2392948"/>
                  <a:pt x="750539" y="2378979"/>
                </a:cubicBezTo>
                <a:cubicBezTo>
                  <a:pt x="658717" y="2317762"/>
                  <a:pt x="740429" y="2375992"/>
                  <a:pt x="697530" y="2339222"/>
                </a:cubicBezTo>
                <a:cubicBezTo>
                  <a:pt x="678548" y="2322952"/>
                  <a:pt x="645308" y="2300642"/>
                  <a:pt x="631270" y="2279587"/>
                </a:cubicBezTo>
                <a:cubicBezTo>
                  <a:pt x="626852" y="2272961"/>
                  <a:pt x="623200" y="2265755"/>
                  <a:pt x="618017" y="2259709"/>
                </a:cubicBezTo>
                <a:cubicBezTo>
                  <a:pt x="609886" y="2250223"/>
                  <a:pt x="599644" y="2242691"/>
                  <a:pt x="591513" y="2233205"/>
                </a:cubicBezTo>
                <a:cubicBezTo>
                  <a:pt x="576230" y="2215375"/>
                  <a:pt x="577545" y="2207715"/>
                  <a:pt x="565009" y="2186822"/>
                </a:cubicBezTo>
                <a:cubicBezTo>
                  <a:pt x="556815" y="2173165"/>
                  <a:pt x="538504" y="2147066"/>
                  <a:pt x="538504" y="2147066"/>
                </a:cubicBezTo>
                <a:cubicBezTo>
                  <a:pt x="522129" y="2097938"/>
                  <a:pt x="531499" y="2119803"/>
                  <a:pt x="512000" y="2080805"/>
                </a:cubicBezTo>
                <a:cubicBezTo>
                  <a:pt x="509791" y="2071970"/>
                  <a:pt x="506725" y="2063306"/>
                  <a:pt x="505374" y="2054300"/>
                </a:cubicBezTo>
                <a:cubicBezTo>
                  <a:pt x="500091" y="2019080"/>
                  <a:pt x="499106" y="1983205"/>
                  <a:pt x="492122" y="1948283"/>
                </a:cubicBezTo>
                <a:cubicBezTo>
                  <a:pt x="487705" y="1926196"/>
                  <a:pt x="482056" y="1904320"/>
                  <a:pt x="478870" y="1882022"/>
                </a:cubicBezTo>
                <a:cubicBezTo>
                  <a:pt x="470955" y="1826625"/>
                  <a:pt x="476031" y="1850791"/>
                  <a:pt x="465617" y="1809135"/>
                </a:cubicBezTo>
                <a:cubicBezTo>
                  <a:pt x="467826" y="1731831"/>
                  <a:pt x="466599" y="1654352"/>
                  <a:pt x="472243" y="1577222"/>
                </a:cubicBezTo>
                <a:cubicBezTo>
                  <a:pt x="473262" y="1563290"/>
                  <a:pt x="481079" y="1550718"/>
                  <a:pt x="485496" y="1537466"/>
                </a:cubicBezTo>
                <a:cubicBezTo>
                  <a:pt x="487705" y="1530840"/>
                  <a:pt x="490428" y="1524363"/>
                  <a:pt x="492122" y="1517587"/>
                </a:cubicBezTo>
                <a:cubicBezTo>
                  <a:pt x="494331" y="1508752"/>
                  <a:pt x="495161" y="1499453"/>
                  <a:pt x="498748" y="1491083"/>
                </a:cubicBezTo>
                <a:cubicBezTo>
                  <a:pt x="537282" y="1401170"/>
                  <a:pt x="490706" y="1535088"/>
                  <a:pt x="518626" y="1451327"/>
                </a:cubicBezTo>
                <a:cubicBezTo>
                  <a:pt x="516417" y="1435866"/>
                  <a:pt x="517800" y="1419445"/>
                  <a:pt x="512000" y="1404944"/>
                </a:cubicBezTo>
                <a:cubicBezTo>
                  <a:pt x="508520" y="1396244"/>
                  <a:pt x="498121" y="1392265"/>
                  <a:pt x="492122" y="1385066"/>
                </a:cubicBezTo>
                <a:cubicBezTo>
                  <a:pt x="487024" y="1378948"/>
                  <a:pt x="484114" y="1371180"/>
                  <a:pt x="478870" y="1365187"/>
                </a:cubicBezTo>
                <a:cubicBezTo>
                  <a:pt x="468586" y="1353433"/>
                  <a:pt x="445739" y="1332057"/>
                  <a:pt x="445739" y="1332057"/>
                </a:cubicBezTo>
                <a:cubicBezTo>
                  <a:pt x="443530" y="1325431"/>
                  <a:pt x="442863" y="1318071"/>
                  <a:pt x="439113" y="1312179"/>
                </a:cubicBezTo>
                <a:cubicBezTo>
                  <a:pt x="427255" y="1293545"/>
                  <a:pt x="399356" y="1259170"/>
                  <a:pt x="399356" y="1259170"/>
                </a:cubicBezTo>
                <a:cubicBezTo>
                  <a:pt x="397147" y="1252544"/>
                  <a:pt x="395481" y="1245712"/>
                  <a:pt x="392730" y="1239292"/>
                </a:cubicBezTo>
                <a:cubicBezTo>
                  <a:pt x="387011" y="1225948"/>
                  <a:pt x="376013" y="1204653"/>
                  <a:pt x="366226" y="1192909"/>
                </a:cubicBezTo>
                <a:cubicBezTo>
                  <a:pt x="360227" y="1185710"/>
                  <a:pt x="352347" y="1180230"/>
                  <a:pt x="346348" y="1173031"/>
                </a:cubicBezTo>
                <a:cubicBezTo>
                  <a:pt x="341250" y="1166913"/>
                  <a:pt x="338071" y="1159371"/>
                  <a:pt x="333096" y="1153153"/>
                </a:cubicBezTo>
                <a:cubicBezTo>
                  <a:pt x="324878" y="1142881"/>
                  <a:pt x="311445" y="1132388"/>
                  <a:pt x="299965" y="1126648"/>
                </a:cubicBezTo>
                <a:cubicBezTo>
                  <a:pt x="293718" y="1123524"/>
                  <a:pt x="286507" y="1122773"/>
                  <a:pt x="280087" y="1120022"/>
                </a:cubicBezTo>
                <a:cubicBezTo>
                  <a:pt x="271008" y="1116131"/>
                  <a:pt x="262832" y="1110238"/>
                  <a:pt x="253583" y="1106770"/>
                </a:cubicBezTo>
                <a:cubicBezTo>
                  <a:pt x="245056" y="1103572"/>
                  <a:pt x="235835" y="1102646"/>
                  <a:pt x="227078" y="1100144"/>
                </a:cubicBezTo>
                <a:cubicBezTo>
                  <a:pt x="220362" y="1098225"/>
                  <a:pt x="213916" y="1095437"/>
                  <a:pt x="207200" y="1093518"/>
                </a:cubicBezTo>
                <a:cubicBezTo>
                  <a:pt x="148951" y="1076875"/>
                  <a:pt x="208486" y="1096155"/>
                  <a:pt x="160817" y="1080266"/>
                </a:cubicBezTo>
                <a:cubicBezTo>
                  <a:pt x="99636" y="1039479"/>
                  <a:pt x="174894" y="1091528"/>
                  <a:pt x="127687" y="1053761"/>
                </a:cubicBezTo>
                <a:cubicBezTo>
                  <a:pt x="121469" y="1048786"/>
                  <a:pt x="114435" y="1044926"/>
                  <a:pt x="107809" y="1040509"/>
                </a:cubicBezTo>
                <a:cubicBezTo>
                  <a:pt x="94778" y="1020964"/>
                  <a:pt x="93810" y="1016696"/>
                  <a:pt x="74678" y="1000753"/>
                </a:cubicBezTo>
                <a:cubicBezTo>
                  <a:pt x="68560" y="995655"/>
                  <a:pt x="61426" y="991918"/>
                  <a:pt x="54800" y="987500"/>
                </a:cubicBezTo>
                <a:cubicBezTo>
                  <a:pt x="50383" y="980874"/>
                  <a:pt x="46646" y="973740"/>
                  <a:pt x="41548" y="967622"/>
                </a:cubicBezTo>
                <a:cubicBezTo>
                  <a:pt x="-974" y="916596"/>
                  <a:pt x="41326" y="977226"/>
                  <a:pt x="8417" y="927866"/>
                </a:cubicBezTo>
                <a:cubicBezTo>
                  <a:pt x="3189" y="912180"/>
                  <a:pt x="-7574" y="890848"/>
                  <a:pt x="8417" y="874857"/>
                </a:cubicBezTo>
                <a:cubicBezTo>
                  <a:pt x="18295" y="864979"/>
                  <a:pt x="36551" y="869354"/>
                  <a:pt x="48174" y="861605"/>
                </a:cubicBezTo>
                <a:cubicBezTo>
                  <a:pt x="54800" y="857188"/>
                  <a:pt x="61834" y="853328"/>
                  <a:pt x="68052" y="848353"/>
                </a:cubicBezTo>
                <a:cubicBezTo>
                  <a:pt x="82866" y="836502"/>
                  <a:pt x="33817" y="831787"/>
                  <a:pt x="68052" y="828474"/>
                </a:cubicBezTo>
                <a:close/>
              </a:path>
            </a:pathLst>
          </a:cu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" name="手繪多邊形 3">
            <a:extLst>
              <a:ext uri="{FF2B5EF4-FFF2-40B4-BE49-F238E27FC236}">
                <a16:creationId xmlns:a16="http://schemas.microsoft.com/office/drawing/2014/main" id="{E03D7931-275F-7720-B49F-B88E7E012ADD}"/>
              </a:ext>
            </a:extLst>
          </p:cNvPr>
          <p:cNvSpPr/>
          <p:nvPr/>
        </p:nvSpPr>
        <p:spPr>
          <a:xfrm>
            <a:off x="5844209" y="2835364"/>
            <a:ext cx="3054626" cy="2570922"/>
          </a:xfrm>
          <a:custGeom>
            <a:avLst/>
            <a:gdLst>
              <a:gd name="csX0" fmla="*/ 331304 w 3054626"/>
              <a:gd name="csY0" fmla="*/ 0 h 2570922"/>
              <a:gd name="csX1" fmla="*/ 318052 w 3054626"/>
              <a:gd name="csY1" fmla="*/ 112644 h 2570922"/>
              <a:gd name="csX2" fmla="*/ 304800 w 3054626"/>
              <a:gd name="csY2" fmla="*/ 152400 h 2570922"/>
              <a:gd name="csX3" fmla="*/ 278295 w 3054626"/>
              <a:gd name="csY3" fmla="*/ 192157 h 2570922"/>
              <a:gd name="csX4" fmla="*/ 265043 w 3054626"/>
              <a:gd name="csY4" fmla="*/ 212035 h 2570922"/>
              <a:gd name="csX5" fmla="*/ 245165 w 3054626"/>
              <a:gd name="csY5" fmla="*/ 251792 h 2570922"/>
              <a:gd name="csX6" fmla="*/ 238539 w 3054626"/>
              <a:gd name="csY6" fmla="*/ 278296 h 2570922"/>
              <a:gd name="csX7" fmla="*/ 218661 w 3054626"/>
              <a:gd name="csY7" fmla="*/ 324679 h 2570922"/>
              <a:gd name="csX8" fmla="*/ 205408 w 3054626"/>
              <a:gd name="csY8" fmla="*/ 397566 h 2570922"/>
              <a:gd name="csX9" fmla="*/ 192156 w 3054626"/>
              <a:gd name="csY9" fmla="*/ 437322 h 2570922"/>
              <a:gd name="csX10" fmla="*/ 178904 w 3054626"/>
              <a:gd name="csY10" fmla="*/ 483705 h 2570922"/>
              <a:gd name="csX11" fmla="*/ 159026 w 3054626"/>
              <a:gd name="csY11" fmla="*/ 576470 h 2570922"/>
              <a:gd name="csX12" fmla="*/ 152400 w 3054626"/>
              <a:gd name="csY12" fmla="*/ 609600 h 2570922"/>
              <a:gd name="csX13" fmla="*/ 145774 w 3054626"/>
              <a:gd name="csY13" fmla="*/ 636105 h 2570922"/>
              <a:gd name="csX14" fmla="*/ 139148 w 3054626"/>
              <a:gd name="csY14" fmla="*/ 669235 h 2570922"/>
              <a:gd name="csX15" fmla="*/ 125895 w 3054626"/>
              <a:gd name="csY15" fmla="*/ 702366 h 2570922"/>
              <a:gd name="csX16" fmla="*/ 99391 w 3054626"/>
              <a:gd name="csY16" fmla="*/ 781879 h 2570922"/>
              <a:gd name="csX17" fmla="*/ 86139 w 3054626"/>
              <a:gd name="csY17" fmla="*/ 841513 h 2570922"/>
              <a:gd name="csX18" fmla="*/ 66261 w 3054626"/>
              <a:gd name="csY18" fmla="*/ 894522 h 2570922"/>
              <a:gd name="csX19" fmla="*/ 59634 w 3054626"/>
              <a:gd name="csY19" fmla="*/ 921026 h 2570922"/>
              <a:gd name="csX20" fmla="*/ 46382 w 3054626"/>
              <a:gd name="csY20" fmla="*/ 960783 h 2570922"/>
              <a:gd name="csX21" fmla="*/ 26504 w 3054626"/>
              <a:gd name="csY21" fmla="*/ 1027044 h 2570922"/>
              <a:gd name="csX22" fmla="*/ 19878 w 3054626"/>
              <a:gd name="csY22" fmla="*/ 1046922 h 2570922"/>
              <a:gd name="csX23" fmla="*/ 6626 w 3054626"/>
              <a:gd name="csY23" fmla="*/ 1106557 h 2570922"/>
              <a:gd name="csX24" fmla="*/ 0 w 3054626"/>
              <a:gd name="csY24" fmla="*/ 1126435 h 2570922"/>
              <a:gd name="csX25" fmla="*/ 13252 w 3054626"/>
              <a:gd name="csY25" fmla="*/ 1577009 h 2570922"/>
              <a:gd name="csX26" fmla="*/ 19878 w 3054626"/>
              <a:gd name="csY26" fmla="*/ 1656522 h 2570922"/>
              <a:gd name="csX27" fmla="*/ 33130 w 3054626"/>
              <a:gd name="csY27" fmla="*/ 1762540 h 2570922"/>
              <a:gd name="csX28" fmla="*/ 39756 w 3054626"/>
              <a:gd name="csY28" fmla="*/ 1795670 h 2570922"/>
              <a:gd name="csX29" fmla="*/ 53008 w 3054626"/>
              <a:gd name="csY29" fmla="*/ 1822174 h 2570922"/>
              <a:gd name="csX30" fmla="*/ 72887 w 3054626"/>
              <a:gd name="csY30" fmla="*/ 1868557 h 2570922"/>
              <a:gd name="csX31" fmla="*/ 92765 w 3054626"/>
              <a:gd name="csY31" fmla="*/ 1908313 h 2570922"/>
              <a:gd name="csX32" fmla="*/ 125895 w 3054626"/>
              <a:gd name="csY32" fmla="*/ 1934818 h 2570922"/>
              <a:gd name="csX33" fmla="*/ 139148 w 3054626"/>
              <a:gd name="csY33" fmla="*/ 1948070 h 2570922"/>
              <a:gd name="csX34" fmla="*/ 178904 w 3054626"/>
              <a:gd name="csY34" fmla="*/ 1961322 h 2570922"/>
              <a:gd name="csX35" fmla="*/ 238539 w 3054626"/>
              <a:gd name="csY35" fmla="*/ 1987826 h 2570922"/>
              <a:gd name="csX36" fmla="*/ 278295 w 3054626"/>
              <a:gd name="csY36" fmla="*/ 2001079 h 2570922"/>
              <a:gd name="csX37" fmla="*/ 324678 w 3054626"/>
              <a:gd name="csY37" fmla="*/ 2020957 h 2570922"/>
              <a:gd name="csX38" fmla="*/ 364434 w 3054626"/>
              <a:gd name="csY38" fmla="*/ 2034209 h 2570922"/>
              <a:gd name="csX39" fmla="*/ 443948 w 3054626"/>
              <a:gd name="csY39" fmla="*/ 2073966 h 2570922"/>
              <a:gd name="csX40" fmla="*/ 523461 w 3054626"/>
              <a:gd name="csY40" fmla="*/ 2100470 h 2570922"/>
              <a:gd name="csX41" fmla="*/ 556591 w 3054626"/>
              <a:gd name="csY41" fmla="*/ 2120348 h 2570922"/>
              <a:gd name="csX42" fmla="*/ 682487 w 3054626"/>
              <a:gd name="csY42" fmla="*/ 2160105 h 2570922"/>
              <a:gd name="csX43" fmla="*/ 768626 w 3054626"/>
              <a:gd name="csY43" fmla="*/ 2193235 h 2570922"/>
              <a:gd name="csX44" fmla="*/ 815008 w 3054626"/>
              <a:gd name="csY44" fmla="*/ 2213113 h 2570922"/>
              <a:gd name="csX45" fmla="*/ 854765 w 3054626"/>
              <a:gd name="csY45" fmla="*/ 2232992 h 2570922"/>
              <a:gd name="csX46" fmla="*/ 901148 w 3054626"/>
              <a:gd name="csY46" fmla="*/ 2246244 h 2570922"/>
              <a:gd name="csX47" fmla="*/ 940904 w 3054626"/>
              <a:gd name="csY47" fmla="*/ 2266122 h 2570922"/>
              <a:gd name="csX48" fmla="*/ 1020417 w 3054626"/>
              <a:gd name="csY48" fmla="*/ 2292626 h 2570922"/>
              <a:gd name="csX49" fmla="*/ 1113182 w 3054626"/>
              <a:gd name="csY49" fmla="*/ 2325757 h 2570922"/>
              <a:gd name="csX50" fmla="*/ 1192695 w 3054626"/>
              <a:gd name="csY50" fmla="*/ 2352261 h 2570922"/>
              <a:gd name="csX51" fmla="*/ 1219200 w 3054626"/>
              <a:gd name="csY51" fmla="*/ 2358887 h 2570922"/>
              <a:gd name="csX52" fmla="*/ 1285461 w 3054626"/>
              <a:gd name="csY52" fmla="*/ 2378766 h 2570922"/>
              <a:gd name="csX53" fmla="*/ 1351721 w 3054626"/>
              <a:gd name="csY53" fmla="*/ 2398644 h 2570922"/>
              <a:gd name="csX54" fmla="*/ 1391478 w 3054626"/>
              <a:gd name="csY54" fmla="*/ 2411896 h 2570922"/>
              <a:gd name="csX55" fmla="*/ 1431234 w 3054626"/>
              <a:gd name="csY55" fmla="*/ 2418522 h 2570922"/>
              <a:gd name="csX56" fmla="*/ 1517374 w 3054626"/>
              <a:gd name="csY56" fmla="*/ 2431774 h 2570922"/>
              <a:gd name="csX57" fmla="*/ 1557130 w 3054626"/>
              <a:gd name="csY57" fmla="*/ 2445026 h 2570922"/>
              <a:gd name="csX58" fmla="*/ 1596887 w 3054626"/>
              <a:gd name="csY58" fmla="*/ 2451653 h 2570922"/>
              <a:gd name="csX59" fmla="*/ 1663148 w 3054626"/>
              <a:gd name="csY59" fmla="*/ 2464905 h 2570922"/>
              <a:gd name="csX60" fmla="*/ 1696278 w 3054626"/>
              <a:gd name="csY60" fmla="*/ 2471531 h 2570922"/>
              <a:gd name="csX61" fmla="*/ 1762539 w 3054626"/>
              <a:gd name="csY61" fmla="*/ 2484783 h 2570922"/>
              <a:gd name="csX62" fmla="*/ 1888434 w 3054626"/>
              <a:gd name="csY62" fmla="*/ 2511287 h 2570922"/>
              <a:gd name="csX63" fmla="*/ 1948069 w 3054626"/>
              <a:gd name="csY63" fmla="*/ 2517913 h 2570922"/>
              <a:gd name="csX64" fmla="*/ 2047461 w 3054626"/>
              <a:gd name="csY64" fmla="*/ 2537792 h 2570922"/>
              <a:gd name="csX65" fmla="*/ 2067339 w 3054626"/>
              <a:gd name="csY65" fmla="*/ 2544418 h 2570922"/>
              <a:gd name="csX66" fmla="*/ 2199861 w 3054626"/>
              <a:gd name="csY66" fmla="*/ 2557670 h 2570922"/>
              <a:gd name="csX67" fmla="*/ 2564295 w 3054626"/>
              <a:gd name="csY67" fmla="*/ 2570922 h 2570922"/>
              <a:gd name="csX68" fmla="*/ 2743200 w 3054626"/>
              <a:gd name="csY68" fmla="*/ 2564296 h 2570922"/>
              <a:gd name="csX69" fmla="*/ 2796208 w 3054626"/>
              <a:gd name="csY69" fmla="*/ 2551044 h 2570922"/>
              <a:gd name="csX70" fmla="*/ 2869095 w 3054626"/>
              <a:gd name="csY70" fmla="*/ 2537792 h 2570922"/>
              <a:gd name="csX71" fmla="*/ 2888974 w 3054626"/>
              <a:gd name="csY71" fmla="*/ 2531166 h 2570922"/>
              <a:gd name="csX72" fmla="*/ 2935356 w 3054626"/>
              <a:gd name="csY72" fmla="*/ 2517913 h 2570922"/>
              <a:gd name="csX73" fmla="*/ 2948608 w 3054626"/>
              <a:gd name="csY73" fmla="*/ 2438400 h 2570922"/>
              <a:gd name="csX74" fmla="*/ 2961861 w 3054626"/>
              <a:gd name="csY74" fmla="*/ 2385392 h 2570922"/>
              <a:gd name="csX75" fmla="*/ 2968487 w 3054626"/>
              <a:gd name="csY75" fmla="*/ 2358887 h 2570922"/>
              <a:gd name="csX76" fmla="*/ 2975113 w 3054626"/>
              <a:gd name="csY76" fmla="*/ 2332383 h 2570922"/>
              <a:gd name="csX77" fmla="*/ 2988365 w 3054626"/>
              <a:gd name="csY77" fmla="*/ 2259496 h 2570922"/>
              <a:gd name="csX78" fmla="*/ 3001617 w 3054626"/>
              <a:gd name="csY78" fmla="*/ 2186609 h 2570922"/>
              <a:gd name="csX79" fmla="*/ 3008243 w 3054626"/>
              <a:gd name="csY79" fmla="*/ 2133600 h 2570922"/>
              <a:gd name="csX80" fmla="*/ 3021495 w 3054626"/>
              <a:gd name="csY80" fmla="*/ 1981200 h 2570922"/>
              <a:gd name="csX81" fmla="*/ 3028121 w 3054626"/>
              <a:gd name="csY81" fmla="*/ 1948070 h 2570922"/>
              <a:gd name="csX82" fmla="*/ 3034748 w 3054626"/>
              <a:gd name="csY82" fmla="*/ 1848679 h 2570922"/>
              <a:gd name="csX83" fmla="*/ 3041374 w 3054626"/>
              <a:gd name="csY83" fmla="*/ 1808922 h 2570922"/>
              <a:gd name="csX84" fmla="*/ 3048000 w 3054626"/>
              <a:gd name="csY84" fmla="*/ 1749287 h 2570922"/>
              <a:gd name="csX85" fmla="*/ 3054626 w 3054626"/>
              <a:gd name="csY85" fmla="*/ 1696279 h 2570922"/>
              <a:gd name="csX86" fmla="*/ 3048000 w 3054626"/>
              <a:gd name="csY86" fmla="*/ 1543879 h 2570922"/>
              <a:gd name="csX87" fmla="*/ 3028121 w 3054626"/>
              <a:gd name="csY87" fmla="*/ 1484244 h 2570922"/>
              <a:gd name="csX88" fmla="*/ 3014869 w 3054626"/>
              <a:gd name="csY88" fmla="*/ 1444487 h 2570922"/>
              <a:gd name="csX89" fmla="*/ 2988365 w 3054626"/>
              <a:gd name="csY89" fmla="*/ 1378226 h 2570922"/>
              <a:gd name="csX90" fmla="*/ 2981739 w 3054626"/>
              <a:gd name="csY90" fmla="*/ 1358348 h 2570922"/>
              <a:gd name="csX91" fmla="*/ 2968487 w 3054626"/>
              <a:gd name="csY91" fmla="*/ 1338470 h 2570922"/>
              <a:gd name="csX92" fmla="*/ 2961861 w 3054626"/>
              <a:gd name="csY92" fmla="*/ 1318592 h 2570922"/>
              <a:gd name="csX93" fmla="*/ 2928730 w 3054626"/>
              <a:gd name="csY93" fmla="*/ 1265583 h 2570922"/>
              <a:gd name="csX94" fmla="*/ 2915478 w 3054626"/>
              <a:gd name="csY94" fmla="*/ 1245705 h 2570922"/>
              <a:gd name="csX95" fmla="*/ 2869095 w 3054626"/>
              <a:gd name="csY95" fmla="*/ 1205948 h 2570922"/>
              <a:gd name="csX96" fmla="*/ 2849217 w 3054626"/>
              <a:gd name="csY96" fmla="*/ 1186070 h 2570922"/>
              <a:gd name="csX97" fmla="*/ 2822713 w 3054626"/>
              <a:gd name="csY97" fmla="*/ 1172818 h 2570922"/>
              <a:gd name="csX98" fmla="*/ 2802834 w 3054626"/>
              <a:gd name="csY98" fmla="*/ 1152940 h 2570922"/>
              <a:gd name="csX99" fmla="*/ 2763078 w 3054626"/>
              <a:gd name="csY99" fmla="*/ 1133061 h 2570922"/>
              <a:gd name="csX100" fmla="*/ 2723321 w 3054626"/>
              <a:gd name="csY100" fmla="*/ 1106557 h 2570922"/>
              <a:gd name="csX101" fmla="*/ 2703443 w 3054626"/>
              <a:gd name="csY101" fmla="*/ 1093305 h 2570922"/>
              <a:gd name="csX102" fmla="*/ 2676939 w 3054626"/>
              <a:gd name="csY102" fmla="*/ 1086679 h 2570922"/>
              <a:gd name="csX103" fmla="*/ 2630556 w 3054626"/>
              <a:gd name="csY103" fmla="*/ 1066800 h 2570922"/>
              <a:gd name="csX104" fmla="*/ 2551043 w 3054626"/>
              <a:gd name="csY104" fmla="*/ 1033670 h 2570922"/>
              <a:gd name="csX105" fmla="*/ 2411895 w 3054626"/>
              <a:gd name="csY105" fmla="*/ 987287 h 2570922"/>
              <a:gd name="csX106" fmla="*/ 2246243 w 3054626"/>
              <a:gd name="csY106" fmla="*/ 934279 h 2570922"/>
              <a:gd name="csX107" fmla="*/ 2020956 w 3054626"/>
              <a:gd name="csY107" fmla="*/ 868018 h 2570922"/>
              <a:gd name="csX108" fmla="*/ 1921565 w 3054626"/>
              <a:gd name="csY108" fmla="*/ 841513 h 2570922"/>
              <a:gd name="csX109" fmla="*/ 1808921 w 3054626"/>
              <a:gd name="csY109" fmla="*/ 808383 h 2570922"/>
              <a:gd name="csX110" fmla="*/ 1702904 w 3054626"/>
              <a:gd name="csY110" fmla="*/ 781879 h 2570922"/>
              <a:gd name="csX111" fmla="*/ 1610139 w 3054626"/>
              <a:gd name="csY111" fmla="*/ 755374 h 2570922"/>
              <a:gd name="csX112" fmla="*/ 1530626 w 3054626"/>
              <a:gd name="csY112" fmla="*/ 735496 h 2570922"/>
              <a:gd name="csX113" fmla="*/ 1457739 w 3054626"/>
              <a:gd name="csY113" fmla="*/ 708992 h 2570922"/>
              <a:gd name="csX114" fmla="*/ 1318591 w 3054626"/>
              <a:gd name="csY114" fmla="*/ 669235 h 2570922"/>
              <a:gd name="csX115" fmla="*/ 1258956 w 3054626"/>
              <a:gd name="csY115" fmla="*/ 642731 h 2570922"/>
              <a:gd name="csX116" fmla="*/ 1080052 w 3054626"/>
              <a:gd name="csY116" fmla="*/ 576470 h 2570922"/>
              <a:gd name="csX117" fmla="*/ 980661 w 3054626"/>
              <a:gd name="csY117" fmla="*/ 523461 h 2570922"/>
              <a:gd name="csX118" fmla="*/ 874643 w 3054626"/>
              <a:gd name="csY118" fmla="*/ 470453 h 2570922"/>
              <a:gd name="csX119" fmla="*/ 768626 w 3054626"/>
              <a:gd name="csY119" fmla="*/ 417444 h 2570922"/>
              <a:gd name="csX120" fmla="*/ 669234 w 3054626"/>
              <a:gd name="csY120" fmla="*/ 364435 h 2570922"/>
              <a:gd name="csX121" fmla="*/ 589721 w 3054626"/>
              <a:gd name="csY121" fmla="*/ 311426 h 2570922"/>
              <a:gd name="csX122" fmla="*/ 530087 w 3054626"/>
              <a:gd name="csY122" fmla="*/ 265044 h 2570922"/>
              <a:gd name="csX123" fmla="*/ 477078 w 3054626"/>
              <a:gd name="csY123" fmla="*/ 238540 h 2570922"/>
              <a:gd name="csX124" fmla="*/ 457200 w 3054626"/>
              <a:gd name="csY124" fmla="*/ 225287 h 2570922"/>
              <a:gd name="csX125" fmla="*/ 417443 w 3054626"/>
              <a:gd name="csY125" fmla="*/ 212035 h 2570922"/>
              <a:gd name="csX126" fmla="*/ 371061 w 3054626"/>
              <a:gd name="csY126" fmla="*/ 178905 h 2570922"/>
              <a:gd name="csX127" fmla="*/ 351182 w 3054626"/>
              <a:gd name="csY127" fmla="*/ 165653 h 2570922"/>
              <a:gd name="csX128" fmla="*/ 337930 w 3054626"/>
              <a:gd name="csY128" fmla="*/ 152400 h 2570922"/>
              <a:gd name="csX129" fmla="*/ 291548 w 3054626"/>
              <a:gd name="csY129" fmla="*/ 125896 h 25709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</a:cxnLst>
            <a:rect l="l" t="t" r="r" b="b"/>
            <a:pathLst>
              <a:path w="3054626" h="2570922">
                <a:moveTo>
                  <a:pt x="331304" y="0"/>
                </a:moveTo>
                <a:cubicBezTo>
                  <a:pt x="328217" y="37040"/>
                  <a:pt x="327999" y="76171"/>
                  <a:pt x="318052" y="112644"/>
                </a:cubicBezTo>
                <a:cubicBezTo>
                  <a:pt x="314377" y="126121"/>
                  <a:pt x="312549" y="140777"/>
                  <a:pt x="304800" y="152400"/>
                </a:cubicBezTo>
                <a:lnTo>
                  <a:pt x="278295" y="192157"/>
                </a:lnTo>
                <a:cubicBezTo>
                  <a:pt x="273878" y="198783"/>
                  <a:pt x="267561" y="204480"/>
                  <a:pt x="265043" y="212035"/>
                </a:cubicBezTo>
                <a:cubicBezTo>
                  <a:pt x="255899" y="239468"/>
                  <a:pt x="262291" y="226102"/>
                  <a:pt x="245165" y="251792"/>
                </a:cubicBezTo>
                <a:cubicBezTo>
                  <a:pt x="242956" y="260627"/>
                  <a:pt x="241737" y="269769"/>
                  <a:pt x="238539" y="278296"/>
                </a:cubicBezTo>
                <a:cubicBezTo>
                  <a:pt x="227487" y="307769"/>
                  <a:pt x="224646" y="297747"/>
                  <a:pt x="218661" y="324679"/>
                </a:cubicBezTo>
                <a:cubicBezTo>
                  <a:pt x="212604" y="351932"/>
                  <a:pt x="212638" y="371055"/>
                  <a:pt x="205408" y="397566"/>
                </a:cubicBezTo>
                <a:cubicBezTo>
                  <a:pt x="201733" y="411043"/>
                  <a:pt x="195544" y="423770"/>
                  <a:pt x="192156" y="437322"/>
                </a:cubicBezTo>
                <a:cubicBezTo>
                  <a:pt x="183836" y="470602"/>
                  <a:pt x="188410" y="455187"/>
                  <a:pt x="178904" y="483705"/>
                </a:cubicBezTo>
                <a:cubicBezTo>
                  <a:pt x="165851" y="601187"/>
                  <a:pt x="182747" y="497399"/>
                  <a:pt x="159026" y="576470"/>
                </a:cubicBezTo>
                <a:cubicBezTo>
                  <a:pt x="155790" y="587257"/>
                  <a:pt x="154843" y="598606"/>
                  <a:pt x="152400" y="609600"/>
                </a:cubicBezTo>
                <a:cubicBezTo>
                  <a:pt x="150424" y="618490"/>
                  <a:pt x="147750" y="627215"/>
                  <a:pt x="145774" y="636105"/>
                </a:cubicBezTo>
                <a:cubicBezTo>
                  <a:pt x="143331" y="647099"/>
                  <a:pt x="142384" y="658448"/>
                  <a:pt x="139148" y="669235"/>
                </a:cubicBezTo>
                <a:cubicBezTo>
                  <a:pt x="135730" y="680628"/>
                  <a:pt x="129393" y="690998"/>
                  <a:pt x="125895" y="702366"/>
                </a:cubicBezTo>
                <a:cubicBezTo>
                  <a:pt x="100856" y="783739"/>
                  <a:pt x="125881" y="728897"/>
                  <a:pt x="99391" y="781879"/>
                </a:cubicBezTo>
                <a:cubicBezTo>
                  <a:pt x="94836" y="804654"/>
                  <a:pt x="92378" y="819677"/>
                  <a:pt x="86139" y="841513"/>
                </a:cubicBezTo>
                <a:cubicBezTo>
                  <a:pt x="76834" y="874081"/>
                  <a:pt x="80264" y="852515"/>
                  <a:pt x="66261" y="894522"/>
                </a:cubicBezTo>
                <a:cubicBezTo>
                  <a:pt x="63381" y="903161"/>
                  <a:pt x="62251" y="912303"/>
                  <a:pt x="59634" y="921026"/>
                </a:cubicBezTo>
                <a:cubicBezTo>
                  <a:pt x="55620" y="934406"/>
                  <a:pt x="49770" y="947231"/>
                  <a:pt x="46382" y="960783"/>
                </a:cubicBezTo>
                <a:cubicBezTo>
                  <a:pt x="36368" y="1000838"/>
                  <a:pt x="42635" y="978649"/>
                  <a:pt x="26504" y="1027044"/>
                </a:cubicBezTo>
                <a:cubicBezTo>
                  <a:pt x="24295" y="1033670"/>
                  <a:pt x="21248" y="1040073"/>
                  <a:pt x="19878" y="1046922"/>
                </a:cubicBezTo>
                <a:cubicBezTo>
                  <a:pt x="15323" y="1069696"/>
                  <a:pt x="12865" y="1084722"/>
                  <a:pt x="6626" y="1106557"/>
                </a:cubicBezTo>
                <a:cubicBezTo>
                  <a:pt x="4707" y="1113273"/>
                  <a:pt x="2209" y="1119809"/>
                  <a:pt x="0" y="1126435"/>
                </a:cubicBezTo>
                <a:cubicBezTo>
                  <a:pt x="52275" y="1283261"/>
                  <a:pt x="1492" y="1124250"/>
                  <a:pt x="13252" y="1577009"/>
                </a:cubicBezTo>
                <a:cubicBezTo>
                  <a:pt x="13943" y="1603596"/>
                  <a:pt x="17470" y="1630035"/>
                  <a:pt x="19878" y="1656522"/>
                </a:cubicBezTo>
                <a:cubicBezTo>
                  <a:pt x="24850" y="1711210"/>
                  <a:pt x="24665" y="1715984"/>
                  <a:pt x="33130" y="1762540"/>
                </a:cubicBezTo>
                <a:cubicBezTo>
                  <a:pt x="35145" y="1773620"/>
                  <a:pt x="36195" y="1784986"/>
                  <a:pt x="39756" y="1795670"/>
                </a:cubicBezTo>
                <a:cubicBezTo>
                  <a:pt x="42880" y="1805041"/>
                  <a:pt x="48591" y="1813339"/>
                  <a:pt x="53008" y="1822174"/>
                </a:cubicBezTo>
                <a:cubicBezTo>
                  <a:pt x="66798" y="1877336"/>
                  <a:pt x="50006" y="1822798"/>
                  <a:pt x="72887" y="1868557"/>
                </a:cubicBezTo>
                <a:cubicBezTo>
                  <a:pt x="89220" y="1901221"/>
                  <a:pt x="67442" y="1876659"/>
                  <a:pt x="92765" y="1908313"/>
                </a:cubicBezTo>
                <a:cubicBezTo>
                  <a:pt x="106987" y="1926091"/>
                  <a:pt x="106760" y="1919510"/>
                  <a:pt x="125895" y="1934818"/>
                </a:cubicBezTo>
                <a:cubicBezTo>
                  <a:pt x="130773" y="1938721"/>
                  <a:pt x="133560" y="1945276"/>
                  <a:pt x="139148" y="1948070"/>
                </a:cubicBezTo>
                <a:cubicBezTo>
                  <a:pt x="151642" y="1954317"/>
                  <a:pt x="166410" y="1955075"/>
                  <a:pt x="178904" y="1961322"/>
                </a:cubicBezTo>
                <a:cubicBezTo>
                  <a:pt x="206684" y="1975212"/>
                  <a:pt x="207512" y="1976543"/>
                  <a:pt x="238539" y="1987826"/>
                </a:cubicBezTo>
                <a:cubicBezTo>
                  <a:pt x="251667" y="1992600"/>
                  <a:pt x="265257" y="1996064"/>
                  <a:pt x="278295" y="2001079"/>
                </a:cubicBezTo>
                <a:cubicBezTo>
                  <a:pt x="293995" y="2007117"/>
                  <a:pt x="308978" y="2014919"/>
                  <a:pt x="324678" y="2020957"/>
                </a:cubicBezTo>
                <a:cubicBezTo>
                  <a:pt x="337716" y="2025971"/>
                  <a:pt x="351669" y="2028536"/>
                  <a:pt x="364434" y="2034209"/>
                </a:cubicBezTo>
                <a:cubicBezTo>
                  <a:pt x="391513" y="2046244"/>
                  <a:pt x="415836" y="2064595"/>
                  <a:pt x="443948" y="2073966"/>
                </a:cubicBezTo>
                <a:cubicBezTo>
                  <a:pt x="470452" y="2082801"/>
                  <a:pt x="499504" y="2086096"/>
                  <a:pt x="523461" y="2100470"/>
                </a:cubicBezTo>
                <a:cubicBezTo>
                  <a:pt x="534504" y="2107096"/>
                  <a:pt x="544703" y="2115395"/>
                  <a:pt x="556591" y="2120348"/>
                </a:cubicBezTo>
                <a:cubicBezTo>
                  <a:pt x="635858" y="2153376"/>
                  <a:pt x="577258" y="2107491"/>
                  <a:pt x="682487" y="2160105"/>
                </a:cubicBezTo>
                <a:cubicBezTo>
                  <a:pt x="764558" y="2201140"/>
                  <a:pt x="677682" y="2160755"/>
                  <a:pt x="768626" y="2193235"/>
                </a:cubicBezTo>
                <a:cubicBezTo>
                  <a:pt x="784467" y="2198892"/>
                  <a:pt x="799736" y="2206064"/>
                  <a:pt x="815008" y="2213113"/>
                </a:cubicBezTo>
                <a:cubicBezTo>
                  <a:pt x="828461" y="2219322"/>
                  <a:pt x="840936" y="2227673"/>
                  <a:pt x="854765" y="2232992"/>
                </a:cubicBezTo>
                <a:cubicBezTo>
                  <a:pt x="869773" y="2238764"/>
                  <a:pt x="886140" y="2240472"/>
                  <a:pt x="901148" y="2246244"/>
                </a:cubicBezTo>
                <a:cubicBezTo>
                  <a:pt x="914977" y="2251563"/>
                  <a:pt x="927095" y="2260752"/>
                  <a:pt x="940904" y="2266122"/>
                </a:cubicBezTo>
                <a:cubicBezTo>
                  <a:pt x="966942" y="2276248"/>
                  <a:pt x="994738" y="2281620"/>
                  <a:pt x="1020417" y="2292626"/>
                </a:cubicBezTo>
                <a:cubicBezTo>
                  <a:pt x="1099027" y="2326317"/>
                  <a:pt x="1033948" y="2300736"/>
                  <a:pt x="1113182" y="2325757"/>
                </a:cubicBezTo>
                <a:cubicBezTo>
                  <a:pt x="1139823" y="2334170"/>
                  <a:pt x="1165591" y="2345485"/>
                  <a:pt x="1192695" y="2352261"/>
                </a:cubicBezTo>
                <a:cubicBezTo>
                  <a:pt x="1201530" y="2354470"/>
                  <a:pt x="1210560" y="2356007"/>
                  <a:pt x="1219200" y="2358887"/>
                </a:cubicBezTo>
                <a:cubicBezTo>
                  <a:pt x="1284583" y="2380682"/>
                  <a:pt x="1220028" y="2365680"/>
                  <a:pt x="1285461" y="2378766"/>
                </a:cubicBezTo>
                <a:cubicBezTo>
                  <a:pt x="1356078" y="2407013"/>
                  <a:pt x="1281334" y="2379448"/>
                  <a:pt x="1351721" y="2398644"/>
                </a:cubicBezTo>
                <a:cubicBezTo>
                  <a:pt x="1365198" y="2402319"/>
                  <a:pt x="1377926" y="2408508"/>
                  <a:pt x="1391478" y="2411896"/>
                </a:cubicBezTo>
                <a:cubicBezTo>
                  <a:pt x="1404512" y="2415154"/>
                  <a:pt x="1417955" y="2416479"/>
                  <a:pt x="1431234" y="2418522"/>
                </a:cubicBezTo>
                <a:cubicBezTo>
                  <a:pt x="1542090" y="2435577"/>
                  <a:pt x="1418191" y="2415244"/>
                  <a:pt x="1517374" y="2431774"/>
                </a:cubicBezTo>
                <a:cubicBezTo>
                  <a:pt x="1530626" y="2436191"/>
                  <a:pt x="1543578" y="2441638"/>
                  <a:pt x="1557130" y="2445026"/>
                </a:cubicBezTo>
                <a:cubicBezTo>
                  <a:pt x="1570164" y="2448285"/>
                  <a:pt x="1583682" y="2449177"/>
                  <a:pt x="1596887" y="2451653"/>
                </a:cubicBezTo>
                <a:cubicBezTo>
                  <a:pt x="1619026" y="2455804"/>
                  <a:pt x="1641061" y="2460488"/>
                  <a:pt x="1663148" y="2464905"/>
                </a:cubicBezTo>
                <a:cubicBezTo>
                  <a:pt x="1674191" y="2467114"/>
                  <a:pt x="1685352" y="2468800"/>
                  <a:pt x="1696278" y="2471531"/>
                </a:cubicBezTo>
                <a:cubicBezTo>
                  <a:pt x="1757840" y="2486921"/>
                  <a:pt x="1681307" y="2468537"/>
                  <a:pt x="1762539" y="2484783"/>
                </a:cubicBezTo>
                <a:cubicBezTo>
                  <a:pt x="1825973" y="2497470"/>
                  <a:pt x="1764709" y="2497540"/>
                  <a:pt x="1888434" y="2511287"/>
                </a:cubicBezTo>
                <a:lnTo>
                  <a:pt x="1948069" y="2517913"/>
                </a:lnTo>
                <a:cubicBezTo>
                  <a:pt x="2016230" y="2534954"/>
                  <a:pt x="1983048" y="2528590"/>
                  <a:pt x="2047461" y="2537792"/>
                </a:cubicBezTo>
                <a:cubicBezTo>
                  <a:pt x="2054087" y="2540001"/>
                  <a:pt x="2060490" y="2543048"/>
                  <a:pt x="2067339" y="2544418"/>
                </a:cubicBezTo>
                <a:cubicBezTo>
                  <a:pt x="2103169" y="2551584"/>
                  <a:pt x="2170176" y="2556360"/>
                  <a:pt x="2199861" y="2557670"/>
                </a:cubicBezTo>
                <a:lnTo>
                  <a:pt x="2564295" y="2570922"/>
                </a:lnTo>
                <a:cubicBezTo>
                  <a:pt x="2623930" y="2568713"/>
                  <a:pt x="2683742" y="2569392"/>
                  <a:pt x="2743200" y="2564296"/>
                </a:cubicBezTo>
                <a:cubicBezTo>
                  <a:pt x="2761347" y="2562741"/>
                  <a:pt x="2778243" y="2554038"/>
                  <a:pt x="2796208" y="2551044"/>
                </a:cubicBezTo>
                <a:cubicBezTo>
                  <a:pt x="2813933" y="2548090"/>
                  <a:pt x="2850571" y="2542423"/>
                  <a:pt x="2869095" y="2537792"/>
                </a:cubicBezTo>
                <a:cubicBezTo>
                  <a:pt x="2875871" y="2536098"/>
                  <a:pt x="2882258" y="2533085"/>
                  <a:pt x="2888974" y="2531166"/>
                </a:cubicBezTo>
                <a:cubicBezTo>
                  <a:pt x="2947180" y="2514536"/>
                  <a:pt x="2887721" y="2533794"/>
                  <a:pt x="2935356" y="2517913"/>
                </a:cubicBezTo>
                <a:cubicBezTo>
                  <a:pt x="2951536" y="2469372"/>
                  <a:pt x="2931962" y="2532722"/>
                  <a:pt x="2948608" y="2438400"/>
                </a:cubicBezTo>
                <a:cubicBezTo>
                  <a:pt x="2951773" y="2420464"/>
                  <a:pt x="2957443" y="2403061"/>
                  <a:pt x="2961861" y="2385392"/>
                </a:cubicBezTo>
                <a:lnTo>
                  <a:pt x="2968487" y="2358887"/>
                </a:lnTo>
                <a:cubicBezTo>
                  <a:pt x="2970696" y="2350052"/>
                  <a:pt x="2973327" y="2341313"/>
                  <a:pt x="2975113" y="2332383"/>
                </a:cubicBezTo>
                <a:cubicBezTo>
                  <a:pt x="2991480" y="2250548"/>
                  <a:pt x="2971410" y="2352749"/>
                  <a:pt x="2988365" y="2259496"/>
                </a:cubicBezTo>
                <a:cubicBezTo>
                  <a:pt x="2995976" y="2217636"/>
                  <a:pt x="2995108" y="2232173"/>
                  <a:pt x="3001617" y="2186609"/>
                </a:cubicBezTo>
                <a:cubicBezTo>
                  <a:pt x="3004135" y="2168981"/>
                  <a:pt x="3006528" y="2151324"/>
                  <a:pt x="3008243" y="2133600"/>
                </a:cubicBezTo>
                <a:cubicBezTo>
                  <a:pt x="3013155" y="2082845"/>
                  <a:pt x="3011495" y="2031201"/>
                  <a:pt x="3021495" y="1981200"/>
                </a:cubicBezTo>
                <a:lnTo>
                  <a:pt x="3028121" y="1948070"/>
                </a:lnTo>
                <a:cubicBezTo>
                  <a:pt x="3030330" y="1914940"/>
                  <a:pt x="3031600" y="1881733"/>
                  <a:pt x="3034748" y="1848679"/>
                </a:cubicBezTo>
                <a:cubicBezTo>
                  <a:pt x="3036022" y="1835304"/>
                  <a:pt x="3039598" y="1822239"/>
                  <a:pt x="3041374" y="1808922"/>
                </a:cubicBezTo>
                <a:cubicBezTo>
                  <a:pt x="3044017" y="1789097"/>
                  <a:pt x="3045663" y="1769151"/>
                  <a:pt x="3048000" y="1749287"/>
                </a:cubicBezTo>
                <a:cubicBezTo>
                  <a:pt x="3050081" y="1731602"/>
                  <a:pt x="3052417" y="1713948"/>
                  <a:pt x="3054626" y="1696279"/>
                </a:cubicBezTo>
                <a:cubicBezTo>
                  <a:pt x="3052417" y="1645479"/>
                  <a:pt x="3051623" y="1594598"/>
                  <a:pt x="3048000" y="1543879"/>
                </a:cubicBezTo>
                <a:cubicBezTo>
                  <a:pt x="3045231" y="1505119"/>
                  <a:pt x="3041329" y="1517263"/>
                  <a:pt x="3028121" y="1484244"/>
                </a:cubicBezTo>
                <a:cubicBezTo>
                  <a:pt x="3022933" y="1471274"/>
                  <a:pt x="3019774" y="1457567"/>
                  <a:pt x="3014869" y="1444487"/>
                </a:cubicBezTo>
                <a:cubicBezTo>
                  <a:pt x="3006516" y="1422213"/>
                  <a:pt x="2995888" y="1400794"/>
                  <a:pt x="2988365" y="1378226"/>
                </a:cubicBezTo>
                <a:cubicBezTo>
                  <a:pt x="2986156" y="1371600"/>
                  <a:pt x="2984863" y="1364595"/>
                  <a:pt x="2981739" y="1358348"/>
                </a:cubicBezTo>
                <a:cubicBezTo>
                  <a:pt x="2978178" y="1351225"/>
                  <a:pt x="2972048" y="1345593"/>
                  <a:pt x="2968487" y="1338470"/>
                </a:cubicBezTo>
                <a:cubicBezTo>
                  <a:pt x="2965363" y="1332223"/>
                  <a:pt x="2964612" y="1325012"/>
                  <a:pt x="2961861" y="1318592"/>
                </a:cubicBezTo>
                <a:cubicBezTo>
                  <a:pt x="2948518" y="1287459"/>
                  <a:pt x="2949114" y="1294120"/>
                  <a:pt x="2928730" y="1265583"/>
                </a:cubicBezTo>
                <a:cubicBezTo>
                  <a:pt x="2924101" y="1259103"/>
                  <a:pt x="2920576" y="1251823"/>
                  <a:pt x="2915478" y="1245705"/>
                </a:cubicBezTo>
                <a:cubicBezTo>
                  <a:pt x="2894922" y="1221038"/>
                  <a:pt x="2894693" y="1227888"/>
                  <a:pt x="2869095" y="1205948"/>
                </a:cubicBezTo>
                <a:cubicBezTo>
                  <a:pt x="2861980" y="1199850"/>
                  <a:pt x="2856842" y="1191517"/>
                  <a:pt x="2849217" y="1186070"/>
                </a:cubicBezTo>
                <a:cubicBezTo>
                  <a:pt x="2841179" y="1180329"/>
                  <a:pt x="2830751" y="1178559"/>
                  <a:pt x="2822713" y="1172818"/>
                </a:cubicBezTo>
                <a:cubicBezTo>
                  <a:pt x="2815088" y="1167371"/>
                  <a:pt x="2810033" y="1158939"/>
                  <a:pt x="2802834" y="1152940"/>
                </a:cubicBezTo>
                <a:cubicBezTo>
                  <a:pt x="2767532" y="1123522"/>
                  <a:pt x="2798942" y="1152985"/>
                  <a:pt x="2763078" y="1133061"/>
                </a:cubicBezTo>
                <a:cubicBezTo>
                  <a:pt x="2749155" y="1125326"/>
                  <a:pt x="2736573" y="1115392"/>
                  <a:pt x="2723321" y="1106557"/>
                </a:cubicBezTo>
                <a:cubicBezTo>
                  <a:pt x="2716695" y="1102140"/>
                  <a:pt x="2711169" y="1095236"/>
                  <a:pt x="2703443" y="1093305"/>
                </a:cubicBezTo>
                <a:lnTo>
                  <a:pt x="2676939" y="1086679"/>
                </a:lnTo>
                <a:cubicBezTo>
                  <a:pt x="2636657" y="1059823"/>
                  <a:pt x="2679455" y="1085137"/>
                  <a:pt x="2630556" y="1066800"/>
                </a:cubicBezTo>
                <a:cubicBezTo>
                  <a:pt x="2603671" y="1056718"/>
                  <a:pt x="2577618" y="1044542"/>
                  <a:pt x="2551043" y="1033670"/>
                </a:cubicBezTo>
                <a:cubicBezTo>
                  <a:pt x="2440574" y="988479"/>
                  <a:pt x="2529779" y="1023307"/>
                  <a:pt x="2411895" y="987287"/>
                </a:cubicBezTo>
                <a:cubicBezTo>
                  <a:pt x="2356450" y="970345"/>
                  <a:pt x="2301626" y="951421"/>
                  <a:pt x="2246243" y="934279"/>
                </a:cubicBezTo>
                <a:cubicBezTo>
                  <a:pt x="2246182" y="934260"/>
                  <a:pt x="2021017" y="868035"/>
                  <a:pt x="2020956" y="868018"/>
                </a:cubicBezTo>
                <a:cubicBezTo>
                  <a:pt x="1987949" y="858735"/>
                  <a:pt x="1954460" y="851188"/>
                  <a:pt x="1921565" y="841513"/>
                </a:cubicBezTo>
                <a:cubicBezTo>
                  <a:pt x="1884017" y="830470"/>
                  <a:pt x="1846680" y="818681"/>
                  <a:pt x="1808921" y="808383"/>
                </a:cubicBezTo>
                <a:cubicBezTo>
                  <a:pt x="1773778" y="798799"/>
                  <a:pt x="1738101" y="791265"/>
                  <a:pt x="1702904" y="781879"/>
                </a:cubicBezTo>
                <a:cubicBezTo>
                  <a:pt x="1671831" y="773593"/>
                  <a:pt x="1641192" y="763735"/>
                  <a:pt x="1610139" y="755374"/>
                </a:cubicBezTo>
                <a:cubicBezTo>
                  <a:pt x="1583758" y="748271"/>
                  <a:pt x="1556762" y="743450"/>
                  <a:pt x="1530626" y="735496"/>
                </a:cubicBezTo>
                <a:cubicBezTo>
                  <a:pt x="1505894" y="727969"/>
                  <a:pt x="1482414" y="716703"/>
                  <a:pt x="1457739" y="708992"/>
                </a:cubicBezTo>
                <a:cubicBezTo>
                  <a:pt x="1411696" y="694604"/>
                  <a:pt x="1362672" y="688826"/>
                  <a:pt x="1318591" y="669235"/>
                </a:cubicBezTo>
                <a:cubicBezTo>
                  <a:pt x="1298713" y="660400"/>
                  <a:pt x="1279355" y="650286"/>
                  <a:pt x="1258956" y="642731"/>
                </a:cubicBezTo>
                <a:cubicBezTo>
                  <a:pt x="1116565" y="589994"/>
                  <a:pt x="1179272" y="623161"/>
                  <a:pt x="1080052" y="576470"/>
                </a:cubicBezTo>
                <a:cubicBezTo>
                  <a:pt x="982256" y="530449"/>
                  <a:pt x="1070209" y="570182"/>
                  <a:pt x="980661" y="523461"/>
                </a:cubicBezTo>
                <a:cubicBezTo>
                  <a:pt x="945632" y="505185"/>
                  <a:pt x="909982" y="488123"/>
                  <a:pt x="874643" y="470453"/>
                </a:cubicBezTo>
                <a:lnTo>
                  <a:pt x="768626" y="417444"/>
                </a:lnTo>
                <a:cubicBezTo>
                  <a:pt x="731905" y="399083"/>
                  <a:pt x="703731" y="386223"/>
                  <a:pt x="669234" y="364435"/>
                </a:cubicBezTo>
                <a:cubicBezTo>
                  <a:pt x="642302" y="347425"/>
                  <a:pt x="614865" y="330983"/>
                  <a:pt x="589721" y="311426"/>
                </a:cubicBezTo>
                <a:cubicBezTo>
                  <a:pt x="569843" y="295965"/>
                  <a:pt x="552611" y="276306"/>
                  <a:pt x="530087" y="265044"/>
                </a:cubicBezTo>
                <a:cubicBezTo>
                  <a:pt x="512417" y="256209"/>
                  <a:pt x="493515" y="249499"/>
                  <a:pt x="477078" y="238540"/>
                </a:cubicBezTo>
                <a:cubicBezTo>
                  <a:pt x="470452" y="234122"/>
                  <a:pt x="464477" y="228521"/>
                  <a:pt x="457200" y="225287"/>
                </a:cubicBezTo>
                <a:cubicBezTo>
                  <a:pt x="444435" y="219613"/>
                  <a:pt x="429066" y="219784"/>
                  <a:pt x="417443" y="212035"/>
                </a:cubicBezTo>
                <a:cubicBezTo>
                  <a:pt x="370583" y="180795"/>
                  <a:pt x="428610" y="220011"/>
                  <a:pt x="371061" y="178905"/>
                </a:cubicBezTo>
                <a:cubicBezTo>
                  <a:pt x="364581" y="174276"/>
                  <a:pt x="357401" y="170628"/>
                  <a:pt x="351182" y="165653"/>
                </a:cubicBezTo>
                <a:cubicBezTo>
                  <a:pt x="346304" y="161750"/>
                  <a:pt x="342928" y="156148"/>
                  <a:pt x="337930" y="152400"/>
                </a:cubicBezTo>
                <a:cubicBezTo>
                  <a:pt x="300959" y="124671"/>
                  <a:pt x="313460" y="125896"/>
                  <a:pt x="291548" y="125896"/>
                </a:cubicBezTo>
              </a:path>
            </a:pathLst>
          </a:cu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手繪多邊形 7">
            <a:extLst>
              <a:ext uri="{FF2B5EF4-FFF2-40B4-BE49-F238E27FC236}">
                <a16:creationId xmlns:a16="http://schemas.microsoft.com/office/drawing/2014/main" id="{44D6DBF4-8D63-DD3A-E40F-A1C4E451109B}"/>
              </a:ext>
            </a:extLst>
          </p:cNvPr>
          <p:cNvSpPr/>
          <p:nvPr/>
        </p:nvSpPr>
        <p:spPr>
          <a:xfrm>
            <a:off x="8576255" y="1145189"/>
            <a:ext cx="1086773" cy="721895"/>
          </a:xfrm>
          <a:custGeom>
            <a:avLst/>
            <a:gdLst>
              <a:gd name="csX0" fmla="*/ 8277 w 1086773"/>
              <a:gd name="csY0" fmla="*/ 348916 h 721895"/>
              <a:gd name="csX1" fmla="*/ 158671 w 1086773"/>
              <a:gd name="csY1" fmla="*/ 348916 h 721895"/>
              <a:gd name="csX2" fmla="*/ 182734 w 1086773"/>
              <a:gd name="csY2" fmla="*/ 342900 h 721895"/>
              <a:gd name="csX3" fmla="*/ 206798 w 1086773"/>
              <a:gd name="csY3" fmla="*/ 330869 h 721895"/>
              <a:gd name="csX4" fmla="*/ 242892 w 1086773"/>
              <a:gd name="csY4" fmla="*/ 318837 h 721895"/>
              <a:gd name="csX5" fmla="*/ 260940 w 1086773"/>
              <a:gd name="csY5" fmla="*/ 312821 h 721895"/>
              <a:gd name="csX6" fmla="*/ 315082 w 1086773"/>
              <a:gd name="csY6" fmla="*/ 270711 h 721895"/>
              <a:gd name="csX7" fmla="*/ 333129 w 1086773"/>
              <a:gd name="csY7" fmla="*/ 258679 h 721895"/>
              <a:gd name="csX8" fmla="*/ 369224 w 1086773"/>
              <a:gd name="csY8" fmla="*/ 222584 h 721895"/>
              <a:gd name="csX9" fmla="*/ 417350 w 1086773"/>
              <a:gd name="csY9" fmla="*/ 180474 h 721895"/>
              <a:gd name="csX10" fmla="*/ 453445 w 1086773"/>
              <a:gd name="csY10" fmla="*/ 138363 h 721895"/>
              <a:gd name="csX11" fmla="*/ 489540 w 1086773"/>
              <a:gd name="csY11" fmla="*/ 114300 h 721895"/>
              <a:gd name="csX12" fmla="*/ 525634 w 1086773"/>
              <a:gd name="csY12" fmla="*/ 96253 h 721895"/>
              <a:gd name="csX13" fmla="*/ 706108 w 1086773"/>
              <a:gd name="csY13" fmla="*/ 90237 h 721895"/>
              <a:gd name="csX14" fmla="*/ 736187 w 1086773"/>
              <a:gd name="csY14" fmla="*/ 84221 h 721895"/>
              <a:gd name="csX15" fmla="*/ 772282 w 1086773"/>
              <a:gd name="csY15" fmla="*/ 78205 h 721895"/>
              <a:gd name="csX16" fmla="*/ 820408 w 1086773"/>
              <a:gd name="csY16" fmla="*/ 66174 h 721895"/>
              <a:gd name="csX17" fmla="*/ 838456 w 1086773"/>
              <a:gd name="csY17" fmla="*/ 60158 h 721895"/>
              <a:gd name="csX18" fmla="*/ 886582 w 1086773"/>
              <a:gd name="csY18" fmla="*/ 54142 h 721895"/>
              <a:gd name="csX19" fmla="*/ 922677 w 1086773"/>
              <a:gd name="csY19" fmla="*/ 36095 h 721895"/>
              <a:gd name="csX20" fmla="*/ 958771 w 1086773"/>
              <a:gd name="csY20" fmla="*/ 24063 h 721895"/>
              <a:gd name="csX21" fmla="*/ 994866 w 1086773"/>
              <a:gd name="csY21" fmla="*/ 12032 h 721895"/>
              <a:gd name="csX22" fmla="*/ 1049008 w 1086773"/>
              <a:gd name="csY22" fmla="*/ 0 h 721895"/>
              <a:gd name="csX23" fmla="*/ 1085103 w 1086773"/>
              <a:gd name="csY23" fmla="*/ 6016 h 721895"/>
              <a:gd name="csX24" fmla="*/ 1079087 w 1086773"/>
              <a:gd name="csY24" fmla="*/ 24063 h 721895"/>
              <a:gd name="csX25" fmla="*/ 1030961 w 1086773"/>
              <a:gd name="csY25" fmla="*/ 66174 h 721895"/>
              <a:gd name="csX26" fmla="*/ 1012913 w 1086773"/>
              <a:gd name="csY26" fmla="*/ 84221 h 721895"/>
              <a:gd name="csX27" fmla="*/ 1000882 w 1086773"/>
              <a:gd name="csY27" fmla="*/ 108284 h 721895"/>
              <a:gd name="csX28" fmla="*/ 970803 w 1086773"/>
              <a:gd name="csY28" fmla="*/ 150395 h 721895"/>
              <a:gd name="csX29" fmla="*/ 964787 w 1086773"/>
              <a:gd name="csY29" fmla="*/ 168442 h 721895"/>
              <a:gd name="csX30" fmla="*/ 940724 w 1086773"/>
              <a:gd name="csY30" fmla="*/ 204537 h 721895"/>
              <a:gd name="csX31" fmla="*/ 898613 w 1086773"/>
              <a:gd name="csY31" fmla="*/ 264695 h 721895"/>
              <a:gd name="csX32" fmla="*/ 880566 w 1086773"/>
              <a:gd name="csY32" fmla="*/ 312821 h 721895"/>
              <a:gd name="csX33" fmla="*/ 850487 w 1086773"/>
              <a:gd name="csY33" fmla="*/ 360947 h 721895"/>
              <a:gd name="csX34" fmla="*/ 832440 w 1086773"/>
              <a:gd name="csY34" fmla="*/ 391026 h 721895"/>
              <a:gd name="csX35" fmla="*/ 820408 w 1086773"/>
              <a:gd name="csY35" fmla="*/ 409074 h 721895"/>
              <a:gd name="csX36" fmla="*/ 802361 w 1086773"/>
              <a:gd name="csY36" fmla="*/ 421105 h 721895"/>
              <a:gd name="csX37" fmla="*/ 772282 w 1086773"/>
              <a:gd name="csY37" fmla="*/ 457200 h 721895"/>
              <a:gd name="csX38" fmla="*/ 754234 w 1086773"/>
              <a:gd name="csY38" fmla="*/ 469232 h 721895"/>
              <a:gd name="csX39" fmla="*/ 718140 w 1086773"/>
              <a:gd name="csY39" fmla="*/ 499311 h 721895"/>
              <a:gd name="csX40" fmla="*/ 682045 w 1086773"/>
              <a:gd name="csY40" fmla="*/ 535405 h 721895"/>
              <a:gd name="csX41" fmla="*/ 633919 w 1086773"/>
              <a:gd name="csY41" fmla="*/ 571500 h 721895"/>
              <a:gd name="csX42" fmla="*/ 597824 w 1086773"/>
              <a:gd name="csY42" fmla="*/ 595563 h 721895"/>
              <a:gd name="csX43" fmla="*/ 567745 w 1086773"/>
              <a:gd name="csY43" fmla="*/ 619626 h 721895"/>
              <a:gd name="csX44" fmla="*/ 531650 w 1086773"/>
              <a:gd name="csY44" fmla="*/ 631658 h 721895"/>
              <a:gd name="csX45" fmla="*/ 489540 w 1086773"/>
              <a:gd name="csY45" fmla="*/ 655721 h 721895"/>
              <a:gd name="csX46" fmla="*/ 441413 w 1086773"/>
              <a:gd name="csY46" fmla="*/ 679784 h 721895"/>
              <a:gd name="csX47" fmla="*/ 417350 w 1086773"/>
              <a:gd name="csY47" fmla="*/ 685800 h 721895"/>
              <a:gd name="csX48" fmla="*/ 357192 w 1086773"/>
              <a:gd name="csY48" fmla="*/ 709863 h 721895"/>
              <a:gd name="csX49" fmla="*/ 339145 w 1086773"/>
              <a:gd name="csY49" fmla="*/ 715879 h 721895"/>
              <a:gd name="csX50" fmla="*/ 309066 w 1086773"/>
              <a:gd name="csY50" fmla="*/ 721895 h 721895"/>
              <a:gd name="csX51" fmla="*/ 236877 w 1086773"/>
              <a:gd name="csY51" fmla="*/ 715879 h 721895"/>
              <a:gd name="csX52" fmla="*/ 224845 w 1086773"/>
              <a:gd name="csY52" fmla="*/ 697832 h 721895"/>
              <a:gd name="csX53" fmla="*/ 206798 w 1086773"/>
              <a:gd name="csY53" fmla="*/ 685800 h 721895"/>
              <a:gd name="csX54" fmla="*/ 170703 w 1086773"/>
              <a:gd name="csY54" fmla="*/ 673769 h 721895"/>
              <a:gd name="csX55" fmla="*/ 152656 w 1086773"/>
              <a:gd name="csY55" fmla="*/ 667753 h 721895"/>
              <a:gd name="csX56" fmla="*/ 134608 w 1086773"/>
              <a:gd name="csY56" fmla="*/ 661737 h 721895"/>
              <a:gd name="csX57" fmla="*/ 104529 w 1086773"/>
              <a:gd name="csY57" fmla="*/ 625642 h 721895"/>
              <a:gd name="csX58" fmla="*/ 98513 w 1086773"/>
              <a:gd name="csY58" fmla="*/ 607595 h 721895"/>
              <a:gd name="csX59" fmla="*/ 86482 w 1086773"/>
              <a:gd name="csY59" fmla="*/ 535405 h 721895"/>
              <a:gd name="csX60" fmla="*/ 62419 w 1086773"/>
              <a:gd name="csY60" fmla="*/ 433137 h 721895"/>
              <a:gd name="csX61" fmla="*/ 44371 w 1086773"/>
              <a:gd name="csY61" fmla="*/ 421105 h 721895"/>
              <a:gd name="csX62" fmla="*/ 14292 w 1086773"/>
              <a:gd name="csY62" fmla="*/ 366963 h 721895"/>
              <a:gd name="csX63" fmla="*/ 8277 w 1086773"/>
              <a:gd name="csY63" fmla="*/ 348916 h 7218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</a:cxnLst>
            <a:rect l="l" t="t" r="r" b="b"/>
            <a:pathLst>
              <a:path w="1086773" h="721895">
                <a:moveTo>
                  <a:pt x="8277" y="348916"/>
                </a:moveTo>
                <a:cubicBezTo>
                  <a:pt x="32340" y="345908"/>
                  <a:pt x="59842" y="358329"/>
                  <a:pt x="158671" y="348916"/>
                </a:cubicBezTo>
                <a:cubicBezTo>
                  <a:pt x="166902" y="348132"/>
                  <a:pt x="174993" y="345803"/>
                  <a:pt x="182734" y="342900"/>
                </a:cubicBezTo>
                <a:cubicBezTo>
                  <a:pt x="191131" y="339751"/>
                  <a:pt x="198471" y="334200"/>
                  <a:pt x="206798" y="330869"/>
                </a:cubicBezTo>
                <a:cubicBezTo>
                  <a:pt x="218573" y="326159"/>
                  <a:pt x="230861" y="322848"/>
                  <a:pt x="242892" y="318837"/>
                </a:cubicBezTo>
                <a:lnTo>
                  <a:pt x="260940" y="312821"/>
                </a:lnTo>
                <a:cubicBezTo>
                  <a:pt x="278987" y="298784"/>
                  <a:pt x="296059" y="283394"/>
                  <a:pt x="315082" y="270711"/>
                </a:cubicBezTo>
                <a:cubicBezTo>
                  <a:pt x="321098" y="266700"/>
                  <a:pt x="327725" y="263482"/>
                  <a:pt x="333129" y="258679"/>
                </a:cubicBezTo>
                <a:cubicBezTo>
                  <a:pt x="345846" y="247375"/>
                  <a:pt x="355937" y="233213"/>
                  <a:pt x="369224" y="222584"/>
                </a:cubicBezTo>
                <a:cubicBezTo>
                  <a:pt x="387339" y="208092"/>
                  <a:pt x="402553" y="197737"/>
                  <a:pt x="417350" y="180474"/>
                </a:cubicBezTo>
                <a:cubicBezTo>
                  <a:pt x="433492" y="161643"/>
                  <a:pt x="434258" y="153287"/>
                  <a:pt x="453445" y="138363"/>
                </a:cubicBezTo>
                <a:cubicBezTo>
                  <a:pt x="464859" y="129485"/>
                  <a:pt x="477508" y="122321"/>
                  <a:pt x="489540" y="114300"/>
                </a:cubicBezTo>
                <a:cubicBezTo>
                  <a:pt x="500083" y="107271"/>
                  <a:pt x="511937" y="97083"/>
                  <a:pt x="525634" y="96253"/>
                </a:cubicBezTo>
                <a:cubicBezTo>
                  <a:pt x="585715" y="92612"/>
                  <a:pt x="645950" y="92242"/>
                  <a:pt x="706108" y="90237"/>
                </a:cubicBezTo>
                <a:lnTo>
                  <a:pt x="736187" y="84221"/>
                </a:lnTo>
                <a:cubicBezTo>
                  <a:pt x="748188" y="82039"/>
                  <a:pt x="760355" y="80761"/>
                  <a:pt x="772282" y="78205"/>
                </a:cubicBezTo>
                <a:cubicBezTo>
                  <a:pt x="788451" y="74740"/>
                  <a:pt x="804721" y="71403"/>
                  <a:pt x="820408" y="66174"/>
                </a:cubicBezTo>
                <a:cubicBezTo>
                  <a:pt x="826424" y="64169"/>
                  <a:pt x="832217" y="61292"/>
                  <a:pt x="838456" y="60158"/>
                </a:cubicBezTo>
                <a:cubicBezTo>
                  <a:pt x="854362" y="57266"/>
                  <a:pt x="870540" y="56147"/>
                  <a:pt x="886582" y="54142"/>
                </a:cubicBezTo>
                <a:cubicBezTo>
                  <a:pt x="952398" y="32202"/>
                  <a:pt x="852707" y="67193"/>
                  <a:pt x="922677" y="36095"/>
                </a:cubicBezTo>
                <a:cubicBezTo>
                  <a:pt x="934266" y="30944"/>
                  <a:pt x="946740" y="28074"/>
                  <a:pt x="958771" y="24063"/>
                </a:cubicBezTo>
                <a:cubicBezTo>
                  <a:pt x="958781" y="24060"/>
                  <a:pt x="994855" y="12035"/>
                  <a:pt x="994866" y="12032"/>
                </a:cubicBezTo>
                <a:cubicBezTo>
                  <a:pt x="1028849" y="3536"/>
                  <a:pt x="1010822" y="7638"/>
                  <a:pt x="1049008" y="0"/>
                </a:cubicBezTo>
                <a:cubicBezTo>
                  <a:pt x="1061040" y="2005"/>
                  <a:pt x="1075578" y="-1604"/>
                  <a:pt x="1085103" y="6016"/>
                </a:cubicBezTo>
                <a:cubicBezTo>
                  <a:pt x="1090055" y="9977"/>
                  <a:pt x="1082773" y="18903"/>
                  <a:pt x="1079087" y="24063"/>
                </a:cubicBezTo>
                <a:cubicBezTo>
                  <a:pt x="1063491" y="45897"/>
                  <a:pt x="1050348" y="49557"/>
                  <a:pt x="1030961" y="66174"/>
                </a:cubicBezTo>
                <a:cubicBezTo>
                  <a:pt x="1024501" y="71711"/>
                  <a:pt x="1018929" y="78205"/>
                  <a:pt x="1012913" y="84221"/>
                </a:cubicBezTo>
                <a:cubicBezTo>
                  <a:pt x="1008903" y="92242"/>
                  <a:pt x="1005635" y="100679"/>
                  <a:pt x="1000882" y="108284"/>
                </a:cubicBezTo>
                <a:cubicBezTo>
                  <a:pt x="994058" y="119203"/>
                  <a:pt x="977174" y="137654"/>
                  <a:pt x="970803" y="150395"/>
                </a:cubicBezTo>
                <a:cubicBezTo>
                  <a:pt x="967967" y="156067"/>
                  <a:pt x="967867" y="162899"/>
                  <a:pt x="964787" y="168442"/>
                </a:cubicBezTo>
                <a:cubicBezTo>
                  <a:pt x="957764" y="181082"/>
                  <a:pt x="948164" y="192137"/>
                  <a:pt x="940724" y="204537"/>
                </a:cubicBezTo>
                <a:cubicBezTo>
                  <a:pt x="916071" y="245626"/>
                  <a:pt x="929981" y="225486"/>
                  <a:pt x="898613" y="264695"/>
                </a:cubicBezTo>
                <a:cubicBezTo>
                  <a:pt x="893405" y="280320"/>
                  <a:pt x="887763" y="298427"/>
                  <a:pt x="880566" y="312821"/>
                </a:cubicBezTo>
                <a:cubicBezTo>
                  <a:pt x="869444" y="335066"/>
                  <a:pt x="862423" y="341849"/>
                  <a:pt x="850487" y="360947"/>
                </a:cubicBezTo>
                <a:cubicBezTo>
                  <a:pt x="844290" y="370862"/>
                  <a:pt x="838637" y="381111"/>
                  <a:pt x="832440" y="391026"/>
                </a:cubicBezTo>
                <a:cubicBezTo>
                  <a:pt x="828608" y="397157"/>
                  <a:pt x="825521" y="403961"/>
                  <a:pt x="820408" y="409074"/>
                </a:cubicBezTo>
                <a:cubicBezTo>
                  <a:pt x="815296" y="414186"/>
                  <a:pt x="808377" y="417095"/>
                  <a:pt x="802361" y="421105"/>
                </a:cubicBezTo>
                <a:cubicBezTo>
                  <a:pt x="790531" y="438850"/>
                  <a:pt x="789652" y="442725"/>
                  <a:pt x="772282" y="457200"/>
                </a:cubicBezTo>
                <a:cubicBezTo>
                  <a:pt x="766727" y="461829"/>
                  <a:pt x="759941" y="464793"/>
                  <a:pt x="754234" y="469232"/>
                </a:cubicBezTo>
                <a:cubicBezTo>
                  <a:pt x="741872" y="478847"/>
                  <a:pt x="729685" y="488728"/>
                  <a:pt x="718140" y="499311"/>
                </a:cubicBezTo>
                <a:cubicBezTo>
                  <a:pt x="705597" y="510809"/>
                  <a:pt x="696202" y="525966"/>
                  <a:pt x="682045" y="535405"/>
                </a:cubicBezTo>
                <a:cubicBezTo>
                  <a:pt x="629157" y="570666"/>
                  <a:pt x="712546" y="514317"/>
                  <a:pt x="633919" y="571500"/>
                </a:cubicBezTo>
                <a:cubicBezTo>
                  <a:pt x="622224" y="580005"/>
                  <a:pt x="609116" y="586530"/>
                  <a:pt x="597824" y="595563"/>
                </a:cubicBezTo>
                <a:cubicBezTo>
                  <a:pt x="587798" y="603584"/>
                  <a:pt x="579017" y="613478"/>
                  <a:pt x="567745" y="619626"/>
                </a:cubicBezTo>
                <a:cubicBezTo>
                  <a:pt x="556611" y="625699"/>
                  <a:pt x="531650" y="631658"/>
                  <a:pt x="531650" y="631658"/>
                </a:cubicBezTo>
                <a:cubicBezTo>
                  <a:pt x="484640" y="666915"/>
                  <a:pt x="528403" y="638056"/>
                  <a:pt x="489540" y="655721"/>
                </a:cubicBezTo>
                <a:cubicBezTo>
                  <a:pt x="473212" y="663143"/>
                  <a:pt x="458813" y="675434"/>
                  <a:pt x="441413" y="679784"/>
                </a:cubicBezTo>
                <a:cubicBezTo>
                  <a:pt x="433392" y="681789"/>
                  <a:pt x="425136" y="683019"/>
                  <a:pt x="417350" y="685800"/>
                </a:cubicBezTo>
                <a:cubicBezTo>
                  <a:pt x="397011" y="693064"/>
                  <a:pt x="377681" y="703033"/>
                  <a:pt x="357192" y="709863"/>
                </a:cubicBezTo>
                <a:cubicBezTo>
                  <a:pt x="351176" y="711868"/>
                  <a:pt x="345297" y="714341"/>
                  <a:pt x="339145" y="715879"/>
                </a:cubicBezTo>
                <a:cubicBezTo>
                  <a:pt x="329225" y="718359"/>
                  <a:pt x="319092" y="719890"/>
                  <a:pt x="309066" y="721895"/>
                </a:cubicBezTo>
                <a:cubicBezTo>
                  <a:pt x="285003" y="719890"/>
                  <a:pt x="260094" y="722512"/>
                  <a:pt x="236877" y="715879"/>
                </a:cubicBezTo>
                <a:cubicBezTo>
                  <a:pt x="229925" y="713893"/>
                  <a:pt x="229957" y="702944"/>
                  <a:pt x="224845" y="697832"/>
                </a:cubicBezTo>
                <a:cubicBezTo>
                  <a:pt x="219733" y="692720"/>
                  <a:pt x="213405" y="688736"/>
                  <a:pt x="206798" y="685800"/>
                </a:cubicBezTo>
                <a:cubicBezTo>
                  <a:pt x="195209" y="680649"/>
                  <a:pt x="182735" y="677779"/>
                  <a:pt x="170703" y="673769"/>
                </a:cubicBezTo>
                <a:lnTo>
                  <a:pt x="152656" y="667753"/>
                </a:lnTo>
                <a:lnTo>
                  <a:pt x="134608" y="661737"/>
                </a:lnTo>
                <a:cubicBezTo>
                  <a:pt x="121303" y="648432"/>
                  <a:pt x="112905" y="642394"/>
                  <a:pt x="104529" y="625642"/>
                </a:cubicBezTo>
                <a:cubicBezTo>
                  <a:pt x="101693" y="619970"/>
                  <a:pt x="100051" y="613747"/>
                  <a:pt x="98513" y="607595"/>
                </a:cubicBezTo>
                <a:cubicBezTo>
                  <a:pt x="92651" y="584147"/>
                  <a:pt x="89876" y="559161"/>
                  <a:pt x="86482" y="535405"/>
                </a:cubicBezTo>
                <a:cubicBezTo>
                  <a:pt x="77424" y="390486"/>
                  <a:pt x="111485" y="457671"/>
                  <a:pt x="62419" y="433137"/>
                </a:cubicBezTo>
                <a:cubicBezTo>
                  <a:pt x="55952" y="429903"/>
                  <a:pt x="50387" y="425116"/>
                  <a:pt x="44371" y="421105"/>
                </a:cubicBezTo>
                <a:cubicBezTo>
                  <a:pt x="16790" y="379735"/>
                  <a:pt x="24881" y="398729"/>
                  <a:pt x="14292" y="366963"/>
                </a:cubicBezTo>
                <a:cubicBezTo>
                  <a:pt x="20942" y="347014"/>
                  <a:pt x="-15786" y="351924"/>
                  <a:pt x="8277" y="348916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手繪多邊形 8">
            <a:extLst>
              <a:ext uri="{FF2B5EF4-FFF2-40B4-BE49-F238E27FC236}">
                <a16:creationId xmlns:a16="http://schemas.microsoft.com/office/drawing/2014/main" id="{034DC447-482F-FB63-9826-AB8360A762FC}"/>
              </a:ext>
            </a:extLst>
          </p:cNvPr>
          <p:cNvSpPr/>
          <p:nvPr/>
        </p:nvSpPr>
        <p:spPr>
          <a:xfrm>
            <a:off x="5364613" y="2185921"/>
            <a:ext cx="929137" cy="314625"/>
          </a:xfrm>
          <a:custGeom>
            <a:avLst/>
            <a:gdLst>
              <a:gd name="csX0" fmla="*/ 927903 w 929137"/>
              <a:gd name="csY0" fmla="*/ 12031 h 314625"/>
              <a:gd name="csX1" fmla="*/ 885792 w 929137"/>
              <a:gd name="csY1" fmla="*/ 18047 h 314625"/>
              <a:gd name="csX2" fmla="*/ 831650 w 929137"/>
              <a:gd name="csY2" fmla="*/ 24063 h 314625"/>
              <a:gd name="csX3" fmla="*/ 807587 w 929137"/>
              <a:gd name="csY3" fmla="*/ 36094 h 314625"/>
              <a:gd name="csX4" fmla="*/ 777508 w 929137"/>
              <a:gd name="csY4" fmla="*/ 42110 h 314625"/>
              <a:gd name="csX5" fmla="*/ 753445 w 929137"/>
              <a:gd name="csY5" fmla="*/ 48126 h 314625"/>
              <a:gd name="csX6" fmla="*/ 657192 w 929137"/>
              <a:gd name="csY6" fmla="*/ 60158 h 314625"/>
              <a:gd name="csX7" fmla="*/ 224055 w 929137"/>
              <a:gd name="csY7" fmla="*/ 54142 h 314625"/>
              <a:gd name="csX8" fmla="*/ 187961 w 929137"/>
              <a:gd name="csY8" fmla="*/ 42110 h 314625"/>
              <a:gd name="csX9" fmla="*/ 163898 w 929137"/>
              <a:gd name="csY9" fmla="*/ 36094 h 314625"/>
              <a:gd name="csX10" fmla="*/ 109755 w 929137"/>
              <a:gd name="csY10" fmla="*/ 18047 h 314625"/>
              <a:gd name="csX11" fmla="*/ 91708 w 929137"/>
              <a:gd name="csY11" fmla="*/ 12031 h 314625"/>
              <a:gd name="csX12" fmla="*/ 43582 w 929137"/>
              <a:gd name="csY12" fmla="*/ 0 h 314625"/>
              <a:gd name="csX13" fmla="*/ 1471 w 929137"/>
              <a:gd name="csY13" fmla="*/ 6015 h 314625"/>
              <a:gd name="csX14" fmla="*/ 13503 w 929137"/>
              <a:gd name="csY14" fmla="*/ 24063 h 314625"/>
              <a:gd name="csX15" fmla="*/ 31550 w 929137"/>
              <a:gd name="csY15" fmla="*/ 30079 h 314625"/>
              <a:gd name="csX16" fmla="*/ 67645 w 929137"/>
              <a:gd name="csY16" fmla="*/ 48126 h 314625"/>
              <a:gd name="csX17" fmla="*/ 79676 w 929137"/>
              <a:gd name="csY17" fmla="*/ 66173 h 314625"/>
              <a:gd name="csX18" fmla="*/ 115771 w 929137"/>
              <a:gd name="csY18" fmla="*/ 102268 h 314625"/>
              <a:gd name="csX19" fmla="*/ 127803 w 929137"/>
              <a:gd name="csY19" fmla="*/ 120315 h 314625"/>
              <a:gd name="csX20" fmla="*/ 187961 w 929137"/>
              <a:gd name="csY20" fmla="*/ 174458 h 314625"/>
              <a:gd name="csX21" fmla="*/ 206008 w 929137"/>
              <a:gd name="csY21" fmla="*/ 186489 h 314625"/>
              <a:gd name="csX22" fmla="*/ 254134 w 929137"/>
              <a:gd name="csY22" fmla="*/ 210552 h 314625"/>
              <a:gd name="csX23" fmla="*/ 278198 w 929137"/>
              <a:gd name="csY23" fmla="*/ 222584 h 314625"/>
              <a:gd name="csX24" fmla="*/ 326324 w 929137"/>
              <a:gd name="csY24" fmla="*/ 234615 h 314625"/>
              <a:gd name="csX25" fmla="*/ 380466 w 929137"/>
              <a:gd name="csY25" fmla="*/ 252663 h 314625"/>
              <a:gd name="csX26" fmla="*/ 404529 w 929137"/>
              <a:gd name="csY26" fmla="*/ 264694 h 314625"/>
              <a:gd name="csX27" fmla="*/ 434608 w 929137"/>
              <a:gd name="csY27" fmla="*/ 276726 h 314625"/>
              <a:gd name="csX28" fmla="*/ 464687 w 929137"/>
              <a:gd name="csY28" fmla="*/ 282742 h 314625"/>
              <a:gd name="csX29" fmla="*/ 482734 w 929137"/>
              <a:gd name="csY29" fmla="*/ 288758 h 314625"/>
              <a:gd name="csX30" fmla="*/ 542892 w 929137"/>
              <a:gd name="csY30" fmla="*/ 300789 h 314625"/>
              <a:gd name="csX31" fmla="*/ 603050 w 929137"/>
              <a:gd name="csY31" fmla="*/ 312821 h 314625"/>
              <a:gd name="csX32" fmla="*/ 777508 w 929137"/>
              <a:gd name="csY32" fmla="*/ 300789 h 314625"/>
              <a:gd name="csX33" fmla="*/ 801571 w 929137"/>
              <a:gd name="csY33" fmla="*/ 288758 h 314625"/>
              <a:gd name="csX34" fmla="*/ 819619 w 929137"/>
              <a:gd name="csY34" fmla="*/ 270710 h 314625"/>
              <a:gd name="csX35" fmla="*/ 837666 w 929137"/>
              <a:gd name="csY35" fmla="*/ 258679 h 314625"/>
              <a:gd name="csX36" fmla="*/ 861729 w 929137"/>
              <a:gd name="csY36" fmla="*/ 222584 h 314625"/>
              <a:gd name="csX37" fmla="*/ 873761 w 929137"/>
              <a:gd name="csY37" fmla="*/ 204537 h 314625"/>
              <a:gd name="csX38" fmla="*/ 885792 w 929137"/>
              <a:gd name="csY38" fmla="*/ 186489 h 314625"/>
              <a:gd name="csX39" fmla="*/ 897824 w 929137"/>
              <a:gd name="csY39" fmla="*/ 150394 h 314625"/>
              <a:gd name="csX40" fmla="*/ 903840 w 929137"/>
              <a:gd name="csY40" fmla="*/ 84221 h 314625"/>
              <a:gd name="csX41" fmla="*/ 909855 w 929137"/>
              <a:gd name="csY41" fmla="*/ 66173 h 314625"/>
              <a:gd name="csX42" fmla="*/ 915871 w 929137"/>
              <a:gd name="csY42" fmla="*/ 42110 h 314625"/>
              <a:gd name="csX43" fmla="*/ 927903 w 929137"/>
              <a:gd name="csY43" fmla="*/ 12031 h 3146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</a:cxnLst>
            <a:rect l="l" t="t" r="r" b="b"/>
            <a:pathLst>
              <a:path w="929137" h="314625">
                <a:moveTo>
                  <a:pt x="927903" y="12031"/>
                </a:moveTo>
                <a:cubicBezTo>
                  <a:pt x="922890" y="8020"/>
                  <a:pt x="899862" y="16288"/>
                  <a:pt x="885792" y="18047"/>
                </a:cubicBezTo>
                <a:cubicBezTo>
                  <a:pt x="867774" y="20299"/>
                  <a:pt x="849343" y="19980"/>
                  <a:pt x="831650" y="24063"/>
                </a:cubicBezTo>
                <a:cubicBezTo>
                  <a:pt x="822912" y="26079"/>
                  <a:pt x="816095" y="33258"/>
                  <a:pt x="807587" y="36094"/>
                </a:cubicBezTo>
                <a:cubicBezTo>
                  <a:pt x="797887" y="39327"/>
                  <a:pt x="787489" y="39892"/>
                  <a:pt x="777508" y="42110"/>
                </a:cubicBezTo>
                <a:cubicBezTo>
                  <a:pt x="769437" y="43904"/>
                  <a:pt x="761580" y="46647"/>
                  <a:pt x="753445" y="48126"/>
                </a:cubicBezTo>
                <a:cubicBezTo>
                  <a:pt x="726468" y="53031"/>
                  <a:pt x="683026" y="57287"/>
                  <a:pt x="657192" y="60158"/>
                </a:cubicBezTo>
                <a:cubicBezTo>
                  <a:pt x="512813" y="58153"/>
                  <a:pt x="368341" y="59692"/>
                  <a:pt x="224055" y="54142"/>
                </a:cubicBezTo>
                <a:cubicBezTo>
                  <a:pt x="211382" y="53655"/>
                  <a:pt x="200265" y="45186"/>
                  <a:pt x="187961" y="42110"/>
                </a:cubicBezTo>
                <a:cubicBezTo>
                  <a:pt x="179940" y="40105"/>
                  <a:pt x="171817" y="38470"/>
                  <a:pt x="163898" y="36094"/>
                </a:cubicBezTo>
                <a:cubicBezTo>
                  <a:pt x="163880" y="36089"/>
                  <a:pt x="118788" y="21058"/>
                  <a:pt x="109755" y="18047"/>
                </a:cubicBezTo>
                <a:cubicBezTo>
                  <a:pt x="103739" y="16042"/>
                  <a:pt x="97860" y="13569"/>
                  <a:pt x="91708" y="12031"/>
                </a:cubicBezTo>
                <a:lnTo>
                  <a:pt x="43582" y="0"/>
                </a:lnTo>
                <a:cubicBezTo>
                  <a:pt x="29545" y="2005"/>
                  <a:pt x="12543" y="-2843"/>
                  <a:pt x="1471" y="6015"/>
                </a:cubicBezTo>
                <a:cubicBezTo>
                  <a:pt x="-4175" y="10532"/>
                  <a:pt x="7857" y="19546"/>
                  <a:pt x="13503" y="24063"/>
                </a:cubicBezTo>
                <a:cubicBezTo>
                  <a:pt x="18455" y="28024"/>
                  <a:pt x="25878" y="27243"/>
                  <a:pt x="31550" y="30079"/>
                </a:cubicBezTo>
                <a:cubicBezTo>
                  <a:pt x="78197" y="53402"/>
                  <a:pt x="22284" y="33005"/>
                  <a:pt x="67645" y="48126"/>
                </a:cubicBezTo>
                <a:cubicBezTo>
                  <a:pt x="71655" y="54142"/>
                  <a:pt x="74873" y="60769"/>
                  <a:pt x="79676" y="66173"/>
                </a:cubicBezTo>
                <a:cubicBezTo>
                  <a:pt x="90980" y="78890"/>
                  <a:pt x="106332" y="88111"/>
                  <a:pt x="115771" y="102268"/>
                </a:cubicBezTo>
                <a:cubicBezTo>
                  <a:pt x="119782" y="108284"/>
                  <a:pt x="123000" y="114911"/>
                  <a:pt x="127803" y="120315"/>
                </a:cubicBezTo>
                <a:cubicBezTo>
                  <a:pt x="152282" y="147854"/>
                  <a:pt x="161308" y="155420"/>
                  <a:pt x="187961" y="174458"/>
                </a:cubicBezTo>
                <a:cubicBezTo>
                  <a:pt x="193844" y="178660"/>
                  <a:pt x="199661" y="183027"/>
                  <a:pt x="206008" y="186489"/>
                </a:cubicBezTo>
                <a:cubicBezTo>
                  <a:pt x="221754" y="195077"/>
                  <a:pt x="238092" y="202531"/>
                  <a:pt x="254134" y="210552"/>
                </a:cubicBezTo>
                <a:cubicBezTo>
                  <a:pt x="262155" y="214563"/>
                  <a:pt x="269498" y="220409"/>
                  <a:pt x="278198" y="222584"/>
                </a:cubicBezTo>
                <a:lnTo>
                  <a:pt x="326324" y="234615"/>
                </a:lnTo>
                <a:cubicBezTo>
                  <a:pt x="386800" y="264854"/>
                  <a:pt x="310503" y="229343"/>
                  <a:pt x="380466" y="252663"/>
                </a:cubicBezTo>
                <a:cubicBezTo>
                  <a:pt x="388974" y="255499"/>
                  <a:pt x="396334" y="261052"/>
                  <a:pt x="404529" y="264694"/>
                </a:cubicBezTo>
                <a:cubicBezTo>
                  <a:pt x="414397" y="269080"/>
                  <a:pt x="424265" y="273623"/>
                  <a:pt x="434608" y="276726"/>
                </a:cubicBezTo>
                <a:cubicBezTo>
                  <a:pt x="444402" y="279664"/>
                  <a:pt x="454767" y="280262"/>
                  <a:pt x="464687" y="282742"/>
                </a:cubicBezTo>
                <a:cubicBezTo>
                  <a:pt x="470839" y="284280"/>
                  <a:pt x="476555" y="287332"/>
                  <a:pt x="482734" y="288758"/>
                </a:cubicBezTo>
                <a:cubicBezTo>
                  <a:pt x="502660" y="293356"/>
                  <a:pt x="523053" y="295829"/>
                  <a:pt x="542892" y="300789"/>
                </a:cubicBezTo>
                <a:cubicBezTo>
                  <a:pt x="578788" y="309763"/>
                  <a:pt x="558800" y="305446"/>
                  <a:pt x="603050" y="312821"/>
                </a:cubicBezTo>
                <a:cubicBezTo>
                  <a:pt x="630146" y="311779"/>
                  <a:pt x="726449" y="322671"/>
                  <a:pt x="777508" y="300789"/>
                </a:cubicBezTo>
                <a:cubicBezTo>
                  <a:pt x="785751" y="297256"/>
                  <a:pt x="793550" y="292768"/>
                  <a:pt x="801571" y="288758"/>
                </a:cubicBezTo>
                <a:cubicBezTo>
                  <a:pt x="807587" y="282742"/>
                  <a:pt x="813083" y="276157"/>
                  <a:pt x="819619" y="270710"/>
                </a:cubicBezTo>
                <a:cubicBezTo>
                  <a:pt x="825173" y="266082"/>
                  <a:pt x="832905" y="264120"/>
                  <a:pt x="837666" y="258679"/>
                </a:cubicBezTo>
                <a:cubicBezTo>
                  <a:pt x="847188" y="247797"/>
                  <a:pt x="853708" y="234616"/>
                  <a:pt x="861729" y="222584"/>
                </a:cubicBezTo>
                <a:lnTo>
                  <a:pt x="873761" y="204537"/>
                </a:lnTo>
                <a:cubicBezTo>
                  <a:pt x="877772" y="198521"/>
                  <a:pt x="883506" y="193348"/>
                  <a:pt x="885792" y="186489"/>
                </a:cubicBezTo>
                <a:lnTo>
                  <a:pt x="897824" y="150394"/>
                </a:lnTo>
                <a:cubicBezTo>
                  <a:pt x="899829" y="128336"/>
                  <a:pt x="900708" y="106147"/>
                  <a:pt x="903840" y="84221"/>
                </a:cubicBezTo>
                <a:cubicBezTo>
                  <a:pt x="904737" y="77943"/>
                  <a:pt x="908113" y="72270"/>
                  <a:pt x="909855" y="66173"/>
                </a:cubicBezTo>
                <a:cubicBezTo>
                  <a:pt x="912126" y="58223"/>
                  <a:pt x="913600" y="50060"/>
                  <a:pt x="915871" y="42110"/>
                </a:cubicBezTo>
                <a:cubicBezTo>
                  <a:pt x="921401" y="22755"/>
                  <a:pt x="932916" y="16042"/>
                  <a:pt x="927903" y="12031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手繪多邊形 9">
            <a:extLst>
              <a:ext uri="{FF2B5EF4-FFF2-40B4-BE49-F238E27FC236}">
                <a16:creationId xmlns:a16="http://schemas.microsoft.com/office/drawing/2014/main" id="{005B1C86-18AB-0091-4364-B26DE6E0C6C0}"/>
              </a:ext>
            </a:extLst>
          </p:cNvPr>
          <p:cNvSpPr/>
          <p:nvPr/>
        </p:nvSpPr>
        <p:spPr>
          <a:xfrm>
            <a:off x="7889867" y="1786644"/>
            <a:ext cx="666304" cy="628080"/>
          </a:xfrm>
          <a:custGeom>
            <a:avLst/>
            <a:gdLst>
              <a:gd name="csX0" fmla="*/ 300544 w 666304"/>
              <a:gd name="csY0" fmla="*/ 137160 h 628080"/>
              <a:gd name="csX1" fmla="*/ 320139 w 666304"/>
              <a:gd name="csY1" fmla="*/ 91440 h 628080"/>
              <a:gd name="csX2" fmla="*/ 339733 w 666304"/>
              <a:gd name="csY2" fmla="*/ 71846 h 628080"/>
              <a:gd name="csX3" fmla="*/ 418110 w 666304"/>
              <a:gd name="csY3" fmla="*/ 39189 h 628080"/>
              <a:gd name="csX4" fmla="*/ 470362 w 666304"/>
              <a:gd name="csY4" fmla="*/ 45720 h 628080"/>
              <a:gd name="csX5" fmla="*/ 509550 w 666304"/>
              <a:gd name="csY5" fmla="*/ 71846 h 628080"/>
              <a:gd name="csX6" fmla="*/ 529144 w 666304"/>
              <a:gd name="csY6" fmla="*/ 84909 h 628080"/>
              <a:gd name="csX7" fmla="*/ 542207 w 666304"/>
              <a:gd name="csY7" fmla="*/ 104503 h 628080"/>
              <a:gd name="csX8" fmla="*/ 561802 w 666304"/>
              <a:gd name="csY8" fmla="*/ 117566 h 628080"/>
              <a:gd name="csX9" fmla="*/ 568333 w 666304"/>
              <a:gd name="csY9" fmla="*/ 137160 h 628080"/>
              <a:gd name="csX10" fmla="*/ 581396 w 666304"/>
              <a:gd name="csY10" fmla="*/ 163286 h 628080"/>
              <a:gd name="csX11" fmla="*/ 587927 w 666304"/>
              <a:gd name="csY11" fmla="*/ 189412 h 628080"/>
              <a:gd name="csX12" fmla="*/ 594459 w 666304"/>
              <a:gd name="csY12" fmla="*/ 209006 h 628080"/>
              <a:gd name="csX13" fmla="*/ 587927 w 666304"/>
              <a:gd name="csY13" fmla="*/ 398417 h 628080"/>
              <a:gd name="csX14" fmla="*/ 581396 w 666304"/>
              <a:gd name="csY14" fmla="*/ 424543 h 628080"/>
              <a:gd name="csX15" fmla="*/ 561802 w 666304"/>
              <a:gd name="csY15" fmla="*/ 450669 h 628080"/>
              <a:gd name="csX16" fmla="*/ 548739 w 666304"/>
              <a:gd name="csY16" fmla="*/ 476794 h 628080"/>
              <a:gd name="csX17" fmla="*/ 522613 w 666304"/>
              <a:gd name="csY17" fmla="*/ 496389 h 628080"/>
              <a:gd name="csX18" fmla="*/ 444236 w 666304"/>
              <a:gd name="csY18" fmla="*/ 529046 h 628080"/>
              <a:gd name="csX19" fmla="*/ 294013 w 666304"/>
              <a:gd name="csY19" fmla="*/ 522514 h 628080"/>
              <a:gd name="csX20" fmla="*/ 274419 w 666304"/>
              <a:gd name="csY20" fmla="*/ 515983 h 628080"/>
              <a:gd name="csX21" fmla="*/ 248293 w 666304"/>
              <a:gd name="csY21" fmla="*/ 509452 h 628080"/>
              <a:gd name="csX22" fmla="*/ 228699 w 666304"/>
              <a:gd name="csY22" fmla="*/ 502920 h 628080"/>
              <a:gd name="csX23" fmla="*/ 202573 w 666304"/>
              <a:gd name="csY23" fmla="*/ 496389 h 628080"/>
              <a:gd name="csX24" fmla="*/ 117664 w 666304"/>
              <a:gd name="csY24" fmla="*/ 463732 h 628080"/>
              <a:gd name="csX25" fmla="*/ 32756 w 666304"/>
              <a:gd name="csY25" fmla="*/ 411480 h 628080"/>
              <a:gd name="csX26" fmla="*/ 13162 w 666304"/>
              <a:gd name="csY26" fmla="*/ 385354 h 628080"/>
              <a:gd name="csX27" fmla="*/ 99 w 666304"/>
              <a:gd name="csY27" fmla="*/ 333103 h 628080"/>
              <a:gd name="csX28" fmla="*/ 6630 w 666304"/>
              <a:gd name="csY28" fmla="*/ 235132 h 628080"/>
              <a:gd name="csX29" fmla="*/ 39287 w 666304"/>
              <a:gd name="csY29" fmla="*/ 209006 h 628080"/>
              <a:gd name="csX30" fmla="*/ 98070 w 666304"/>
              <a:gd name="csY30" fmla="*/ 195943 h 628080"/>
              <a:gd name="csX31" fmla="*/ 143790 w 666304"/>
              <a:gd name="csY31" fmla="*/ 189412 h 628080"/>
              <a:gd name="csX32" fmla="*/ 189510 w 666304"/>
              <a:gd name="csY32" fmla="*/ 176349 h 628080"/>
              <a:gd name="csX33" fmla="*/ 209104 w 666304"/>
              <a:gd name="csY33" fmla="*/ 169817 h 628080"/>
              <a:gd name="csX34" fmla="*/ 287482 w 666304"/>
              <a:gd name="csY34" fmla="*/ 156754 h 628080"/>
              <a:gd name="csX35" fmla="*/ 320139 w 666304"/>
              <a:gd name="csY35" fmla="*/ 150223 h 628080"/>
              <a:gd name="csX36" fmla="*/ 346264 w 666304"/>
              <a:gd name="csY36" fmla="*/ 137160 h 628080"/>
              <a:gd name="csX37" fmla="*/ 385453 w 666304"/>
              <a:gd name="csY37" fmla="*/ 91440 h 628080"/>
              <a:gd name="csX38" fmla="*/ 391984 w 666304"/>
              <a:gd name="csY38" fmla="*/ 65314 h 628080"/>
              <a:gd name="csX39" fmla="*/ 398516 w 666304"/>
              <a:gd name="csY39" fmla="*/ 45720 h 628080"/>
              <a:gd name="csX40" fmla="*/ 450767 w 666304"/>
              <a:gd name="csY40" fmla="*/ 52252 h 628080"/>
              <a:gd name="csX41" fmla="*/ 235230 w 666304"/>
              <a:gd name="csY41" fmla="*/ 65314 h 628080"/>
              <a:gd name="csX42" fmla="*/ 104602 w 666304"/>
              <a:gd name="csY42" fmla="*/ 71846 h 628080"/>
              <a:gd name="csX43" fmla="*/ 85007 w 666304"/>
              <a:gd name="csY43" fmla="*/ 78377 h 628080"/>
              <a:gd name="csX44" fmla="*/ 78476 w 666304"/>
              <a:gd name="csY44" fmla="*/ 97972 h 628080"/>
              <a:gd name="csX45" fmla="*/ 65413 w 666304"/>
              <a:gd name="csY45" fmla="*/ 124097 h 628080"/>
              <a:gd name="csX46" fmla="*/ 71944 w 666304"/>
              <a:gd name="csY46" fmla="*/ 287383 h 628080"/>
              <a:gd name="csX47" fmla="*/ 78476 w 666304"/>
              <a:gd name="csY47" fmla="*/ 306977 h 628080"/>
              <a:gd name="csX48" fmla="*/ 91539 w 666304"/>
              <a:gd name="csY48" fmla="*/ 326572 h 628080"/>
              <a:gd name="csX49" fmla="*/ 117664 w 666304"/>
              <a:gd name="csY49" fmla="*/ 333103 h 628080"/>
              <a:gd name="csX50" fmla="*/ 137259 w 666304"/>
              <a:gd name="csY50" fmla="*/ 339634 h 628080"/>
              <a:gd name="csX51" fmla="*/ 169916 w 666304"/>
              <a:gd name="csY51" fmla="*/ 346166 h 628080"/>
              <a:gd name="csX52" fmla="*/ 209104 w 666304"/>
              <a:gd name="csY52" fmla="*/ 359229 h 628080"/>
              <a:gd name="csX53" fmla="*/ 248293 w 666304"/>
              <a:gd name="csY53" fmla="*/ 372292 h 628080"/>
              <a:gd name="csX54" fmla="*/ 267887 w 666304"/>
              <a:gd name="csY54" fmla="*/ 378823 h 628080"/>
              <a:gd name="csX55" fmla="*/ 313607 w 666304"/>
              <a:gd name="csY55" fmla="*/ 391886 h 628080"/>
              <a:gd name="csX56" fmla="*/ 365859 w 666304"/>
              <a:gd name="csY56" fmla="*/ 411480 h 628080"/>
              <a:gd name="csX57" fmla="*/ 450767 w 666304"/>
              <a:gd name="csY57" fmla="*/ 404949 h 628080"/>
              <a:gd name="csX58" fmla="*/ 496487 w 666304"/>
              <a:gd name="csY58" fmla="*/ 391886 h 628080"/>
              <a:gd name="csX59" fmla="*/ 522613 w 666304"/>
              <a:gd name="csY59" fmla="*/ 372292 h 628080"/>
              <a:gd name="csX60" fmla="*/ 555270 w 666304"/>
              <a:gd name="csY60" fmla="*/ 326572 h 628080"/>
              <a:gd name="csX61" fmla="*/ 561802 w 666304"/>
              <a:gd name="csY61" fmla="*/ 306977 h 628080"/>
              <a:gd name="csX62" fmla="*/ 555270 w 666304"/>
              <a:gd name="csY62" fmla="*/ 169817 h 628080"/>
              <a:gd name="csX63" fmla="*/ 529144 w 666304"/>
              <a:gd name="csY63" fmla="*/ 124097 h 628080"/>
              <a:gd name="csX64" fmla="*/ 483424 w 666304"/>
              <a:gd name="csY64" fmla="*/ 84909 h 628080"/>
              <a:gd name="csX65" fmla="*/ 424642 w 666304"/>
              <a:gd name="csY65" fmla="*/ 65314 h 628080"/>
              <a:gd name="csX66" fmla="*/ 405047 w 666304"/>
              <a:gd name="csY66" fmla="*/ 58783 h 628080"/>
              <a:gd name="csX67" fmla="*/ 346264 w 666304"/>
              <a:gd name="csY67" fmla="*/ 45720 h 628080"/>
              <a:gd name="csX68" fmla="*/ 196042 w 666304"/>
              <a:gd name="csY68" fmla="*/ 52252 h 628080"/>
              <a:gd name="csX69" fmla="*/ 169916 w 666304"/>
              <a:gd name="csY69" fmla="*/ 65314 h 628080"/>
              <a:gd name="csX70" fmla="*/ 150322 w 666304"/>
              <a:gd name="csY70" fmla="*/ 71846 h 628080"/>
              <a:gd name="csX71" fmla="*/ 124196 w 666304"/>
              <a:gd name="csY71" fmla="*/ 91440 h 628080"/>
              <a:gd name="csX72" fmla="*/ 85007 w 666304"/>
              <a:gd name="csY72" fmla="*/ 137160 h 628080"/>
              <a:gd name="csX73" fmla="*/ 78476 w 666304"/>
              <a:gd name="csY73" fmla="*/ 359229 h 628080"/>
              <a:gd name="csX74" fmla="*/ 98070 w 666304"/>
              <a:gd name="csY74" fmla="*/ 424543 h 628080"/>
              <a:gd name="csX75" fmla="*/ 124196 w 666304"/>
              <a:gd name="csY75" fmla="*/ 476794 h 628080"/>
              <a:gd name="csX76" fmla="*/ 182979 w 666304"/>
              <a:gd name="csY76" fmla="*/ 515983 h 628080"/>
              <a:gd name="csX77" fmla="*/ 202573 w 666304"/>
              <a:gd name="csY77" fmla="*/ 522514 h 628080"/>
              <a:gd name="csX78" fmla="*/ 228699 w 666304"/>
              <a:gd name="csY78" fmla="*/ 535577 h 628080"/>
              <a:gd name="csX79" fmla="*/ 248293 w 666304"/>
              <a:gd name="csY79" fmla="*/ 548640 h 628080"/>
              <a:gd name="csX80" fmla="*/ 313607 w 666304"/>
              <a:gd name="csY80" fmla="*/ 568234 h 628080"/>
              <a:gd name="csX81" fmla="*/ 333202 w 666304"/>
              <a:gd name="csY81" fmla="*/ 581297 h 628080"/>
              <a:gd name="csX82" fmla="*/ 359327 w 666304"/>
              <a:gd name="csY82" fmla="*/ 587829 h 628080"/>
              <a:gd name="csX83" fmla="*/ 548739 w 666304"/>
              <a:gd name="csY83" fmla="*/ 581297 h 628080"/>
              <a:gd name="csX84" fmla="*/ 574864 w 666304"/>
              <a:gd name="csY84" fmla="*/ 555172 h 628080"/>
              <a:gd name="csX85" fmla="*/ 600990 w 666304"/>
              <a:gd name="csY85" fmla="*/ 515983 h 628080"/>
              <a:gd name="csX86" fmla="*/ 614053 w 666304"/>
              <a:gd name="csY86" fmla="*/ 496389 h 628080"/>
              <a:gd name="csX87" fmla="*/ 653242 w 666304"/>
              <a:gd name="csY87" fmla="*/ 411480 h 628080"/>
              <a:gd name="csX88" fmla="*/ 659773 w 666304"/>
              <a:gd name="csY88" fmla="*/ 378823 h 628080"/>
              <a:gd name="csX89" fmla="*/ 666304 w 666304"/>
              <a:gd name="csY89" fmla="*/ 352697 h 628080"/>
              <a:gd name="csX90" fmla="*/ 659773 w 666304"/>
              <a:gd name="csY90" fmla="*/ 150223 h 628080"/>
              <a:gd name="csX91" fmla="*/ 646710 w 666304"/>
              <a:gd name="csY91" fmla="*/ 124097 h 628080"/>
              <a:gd name="csX92" fmla="*/ 614053 w 666304"/>
              <a:gd name="csY92" fmla="*/ 65314 h 628080"/>
              <a:gd name="csX93" fmla="*/ 600990 w 666304"/>
              <a:gd name="csY93" fmla="*/ 45720 h 628080"/>
              <a:gd name="csX94" fmla="*/ 555270 w 666304"/>
              <a:gd name="csY94" fmla="*/ 0 h 628080"/>
              <a:gd name="csX95" fmla="*/ 405047 w 666304"/>
              <a:gd name="csY95" fmla="*/ 6532 h 628080"/>
              <a:gd name="csX96" fmla="*/ 378922 w 666304"/>
              <a:gd name="csY96" fmla="*/ 19594 h 628080"/>
              <a:gd name="csX97" fmla="*/ 359327 w 666304"/>
              <a:gd name="csY97" fmla="*/ 26126 h 628080"/>
              <a:gd name="csX98" fmla="*/ 320139 w 666304"/>
              <a:gd name="csY98" fmla="*/ 58783 h 628080"/>
              <a:gd name="csX99" fmla="*/ 267887 w 666304"/>
              <a:gd name="csY99" fmla="*/ 84909 h 628080"/>
              <a:gd name="csX100" fmla="*/ 222167 w 666304"/>
              <a:gd name="csY100" fmla="*/ 117566 h 628080"/>
              <a:gd name="csX101" fmla="*/ 169916 w 666304"/>
              <a:gd name="csY101" fmla="*/ 156754 h 628080"/>
              <a:gd name="csX102" fmla="*/ 117664 w 666304"/>
              <a:gd name="csY102" fmla="*/ 189412 h 628080"/>
              <a:gd name="csX103" fmla="*/ 78476 w 666304"/>
              <a:gd name="csY103" fmla="*/ 215537 h 628080"/>
              <a:gd name="csX104" fmla="*/ 58882 w 666304"/>
              <a:gd name="csY104" fmla="*/ 241663 h 628080"/>
              <a:gd name="csX105" fmla="*/ 52350 w 666304"/>
              <a:gd name="csY105" fmla="*/ 261257 h 628080"/>
              <a:gd name="csX106" fmla="*/ 39287 w 666304"/>
              <a:gd name="csY106" fmla="*/ 287383 h 628080"/>
              <a:gd name="csX107" fmla="*/ 45819 w 666304"/>
              <a:gd name="csY107" fmla="*/ 404949 h 628080"/>
              <a:gd name="csX108" fmla="*/ 58882 w 666304"/>
              <a:gd name="csY108" fmla="*/ 431074 h 628080"/>
              <a:gd name="csX109" fmla="*/ 104602 w 666304"/>
              <a:gd name="csY109" fmla="*/ 463732 h 628080"/>
              <a:gd name="csX110" fmla="*/ 130727 w 666304"/>
              <a:gd name="csY110" fmla="*/ 470263 h 628080"/>
              <a:gd name="csX111" fmla="*/ 176447 w 666304"/>
              <a:gd name="csY111" fmla="*/ 483326 h 628080"/>
              <a:gd name="csX112" fmla="*/ 326670 w 666304"/>
              <a:gd name="csY112" fmla="*/ 476794 h 628080"/>
              <a:gd name="csX113" fmla="*/ 346264 w 666304"/>
              <a:gd name="csY113" fmla="*/ 470263 h 628080"/>
              <a:gd name="csX114" fmla="*/ 372390 w 666304"/>
              <a:gd name="csY114" fmla="*/ 463732 h 628080"/>
              <a:gd name="csX115" fmla="*/ 391984 w 666304"/>
              <a:gd name="csY115" fmla="*/ 457200 h 628080"/>
              <a:gd name="csX116" fmla="*/ 437704 w 666304"/>
              <a:gd name="csY116" fmla="*/ 450669 h 628080"/>
              <a:gd name="csX117" fmla="*/ 476893 w 666304"/>
              <a:gd name="csY117" fmla="*/ 431074 h 628080"/>
              <a:gd name="csX118" fmla="*/ 542207 w 666304"/>
              <a:gd name="csY118" fmla="*/ 404949 h 628080"/>
              <a:gd name="csX119" fmla="*/ 561802 w 666304"/>
              <a:gd name="csY119" fmla="*/ 385354 h 628080"/>
              <a:gd name="csX120" fmla="*/ 581396 w 666304"/>
              <a:gd name="csY120" fmla="*/ 372292 h 628080"/>
              <a:gd name="csX121" fmla="*/ 587927 w 666304"/>
              <a:gd name="csY121" fmla="*/ 352697 h 628080"/>
              <a:gd name="csX122" fmla="*/ 620584 w 666304"/>
              <a:gd name="csY122" fmla="*/ 320040 h 628080"/>
              <a:gd name="csX123" fmla="*/ 640179 w 666304"/>
              <a:gd name="csY123" fmla="*/ 254726 h 628080"/>
              <a:gd name="csX124" fmla="*/ 614053 w 666304"/>
              <a:gd name="csY124" fmla="*/ 91440 h 628080"/>
              <a:gd name="csX125" fmla="*/ 581396 w 666304"/>
              <a:gd name="csY125" fmla="*/ 65314 h 628080"/>
              <a:gd name="csX126" fmla="*/ 280950 w 666304"/>
              <a:gd name="csY126" fmla="*/ 78377 h 628080"/>
              <a:gd name="csX127" fmla="*/ 248293 w 666304"/>
              <a:gd name="csY127" fmla="*/ 84909 h 628080"/>
              <a:gd name="csX128" fmla="*/ 209104 w 666304"/>
              <a:gd name="csY128" fmla="*/ 111034 h 628080"/>
              <a:gd name="csX129" fmla="*/ 196042 w 666304"/>
              <a:gd name="csY129" fmla="*/ 143692 h 628080"/>
              <a:gd name="csX130" fmla="*/ 189510 w 666304"/>
              <a:gd name="csY130" fmla="*/ 163286 h 628080"/>
              <a:gd name="csX131" fmla="*/ 176447 w 666304"/>
              <a:gd name="csY131" fmla="*/ 189412 h 628080"/>
              <a:gd name="csX132" fmla="*/ 169916 w 666304"/>
              <a:gd name="csY132" fmla="*/ 215537 h 628080"/>
              <a:gd name="csX133" fmla="*/ 143790 w 666304"/>
              <a:gd name="csY133" fmla="*/ 280852 h 628080"/>
              <a:gd name="csX134" fmla="*/ 124196 w 666304"/>
              <a:gd name="csY134" fmla="*/ 352697 h 628080"/>
              <a:gd name="csX135" fmla="*/ 111133 w 666304"/>
              <a:gd name="csY135" fmla="*/ 378823 h 628080"/>
              <a:gd name="csX136" fmla="*/ 104602 w 666304"/>
              <a:gd name="csY136" fmla="*/ 404949 h 628080"/>
              <a:gd name="csX137" fmla="*/ 91539 w 666304"/>
              <a:gd name="csY137" fmla="*/ 431074 h 628080"/>
              <a:gd name="csX138" fmla="*/ 85007 w 666304"/>
              <a:gd name="csY138" fmla="*/ 450669 h 628080"/>
              <a:gd name="csX139" fmla="*/ 78476 w 666304"/>
              <a:gd name="csY139" fmla="*/ 489857 h 628080"/>
              <a:gd name="csX140" fmla="*/ 71944 w 666304"/>
              <a:gd name="csY140" fmla="*/ 509452 h 628080"/>
              <a:gd name="csX141" fmla="*/ 78476 w 666304"/>
              <a:gd name="csY141" fmla="*/ 594360 h 628080"/>
              <a:gd name="csX142" fmla="*/ 111133 w 666304"/>
              <a:gd name="csY142" fmla="*/ 627017 h 628080"/>
              <a:gd name="csX143" fmla="*/ 137259 w 666304"/>
              <a:gd name="csY143" fmla="*/ 627017 h 6280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</a:cxnLst>
            <a:rect l="l" t="t" r="r" b="b"/>
            <a:pathLst>
              <a:path w="666304" h="628080">
                <a:moveTo>
                  <a:pt x="300544" y="137160"/>
                </a:moveTo>
                <a:cubicBezTo>
                  <a:pt x="307076" y="121920"/>
                  <a:pt x="311608" y="105658"/>
                  <a:pt x="320139" y="91440"/>
                </a:cubicBezTo>
                <a:cubicBezTo>
                  <a:pt x="324891" y="83520"/>
                  <a:pt x="332442" y="77517"/>
                  <a:pt x="339733" y="71846"/>
                </a:cubicBezTo>
                <a:cubicBezTo>
                  <a:pt x="380812" y="39896"/>
                  <a:pt x="371136" y="47018"/>
                  <a:pt x="418110" y="39189"/>
                </a:cubicBezTo>
                <a:cubicBezTo>
                  <a:pt x="435527" y="41366"/>
                  <a:pt x="453832" y="39816"/>
                  <a:pt x="470362" y="45720"/>
                </a:cubicBezTo>
                <a:cubicBezTo>
                  <a:pt x="485147" y="51000"/>
                  <a:pt x="496487" y="63137"/>
                  <a:pt x="509550" y="71846"/>
                </a:cubicBezTo>
                <a:lnTo>
                  <a:pt x="529144" y="84909"/>
                </a:lnTo>
                <a:cubicBezTo>
                  <a:pt x="533498" y="91440"/>
                  <a:pt x="536656" y="98952"/>
                  <a:pt x="542207" y="104503"/>
                </a:cubicBezTo>
                <a:cubicBezTo>
                  <a:pt x="547758" y="110054"/>
                  <a:pt x="556898" y="111436"/>
                  <a:pt x="561802" y="117566"/>
                </a:cubicBezTo>
                <a:cubicBezTo>
                  <a:pt x="566103" y="122942"/>
                  <a:pt x="565621" y="130832"/>
                  <a:pt x="568333" y="137160"/>
                </a:cubicBezTo>
                <a:cubicBezTo>
                  <a:pt x="572168" y="146109"/>
                  <a:pt x="577042" y="154577"/>
                  <a:pt x="581396" y="163286"/>
                </a:cubicBezTo>
                <a:cubicBezTo>
                  <a:pt x="583573" y="171995"/>
                  <a:pt x="585461" y="180781"/>
                  <a:pt x="587927" y="189412"/>
                </a:cubicBezTo>
                <a:cubicBezTo>
                  <a:pt x="589818" y="196032"/>
                  <a:pt x="594459" y="202121"/>
                  <a:pt x="594459" y="209006"/>
                </a:cubicBezTo>
                <a:cubicBezTo>
                  <a:pt x="594459" y="272181"/>
                  <a:pt x="591749" y="335358"/>
                  <a:pt x="587927" y="398417"/>
                </a:cubicBezTo>
                <a:cubicBezTo>
                  <a:pt x="587384" y="407377"/>
                  <a:pt x="585410" y="416514"/>
                  <a:pt x="581396" y="424543"/>
                </a:cubicBezTo>
                <a:cubicBezTo>
                  <a:pt x="576528" y="434280"/>
                  <a:pt x="567571" y="441438"/>
                  <a:pt x="561802" y="450669"/>
                </a:cubicBezTo>
                <a:cubicBezTo>
                  <a:pt x="556642" y="458925"/>
                  <a:pt x="555075" y="469402"/>
                  <a:pt x="548739" y="476794"/>
                </a:cubicBezTo>
                <a:cubicBezTo>
                  <a:pt x="541654" y="485059"/>
                  <a:pt x="532016" y="490904"/>
                  <a:pt x="522613" y="496389"/>
                </a:cubicBezTo>
                <a:cubicBezTo>
                  <a:pt x="477406" y="522760"/>
                  <a:pt x="482305" y="519528"/>
                  <a:pt x="444236" y="529046"/>
                </a:cubicBezTo>
                <a:cubicBezTo>
                  <a:pt x="394162" y="526869"/>
                  <a:pt x="343987" y="526358"/>
                  <a:pt x="294013" y="522514"/>
                </a:cubicBezTo>
                <a:cubicBezTo>
                  <a:pt x="287149" y="521986"/>
                  <a:pt x="281039" y="517874"/>
                  <a:pt x="274419" y="515983"/>
                </a:cubicBezTo>
                <a:cubicBezTo>
                  <a:pt x="265788" y="513517"/>
                  <a:pt x="256924" y="511918"/>
                  <a:pt x="248293" y="509452"/>
                </a:cubicBezTo>
                <a:cubicBezTo>
                  <a:pt x="241673" y="507561"/>
                  <a:pt x="235319" y="504811"/>
                  <a:pt x="228699" y="502920"/>
                </a:cubicBezTo>
                <a:cubicBezTo>
                  <a:pt x="220068" y="500454"/>
                  <a:pt x="211204" y="498855"/>
                  <a:pt x="202573" y="496389"/>
                </a:cubicBezTo>
                <a:cubicBezTo>
                  <a:pt x="178181" y="489420"/>
                  <a:pt x="129947" y="468645"/>
                  <a:pt x="117664" y="463732"/>
                </a:cubicBezTo>
                <a:cubicBezTo>
                  <a:pt x="85536" y="450881"/>
                  <a:pt x="55866" y="442295"/>
                  <a:pt x="32756" y="411480"/>
                </a:cubicBezTo>
                <a:lnTo>
                  <a:pt x="13162" y="385354"/>
                </a:lnTo>
                <a:cubicBezTo>
                  <a:pt x="8808" y="367937"/>
                  <a:pt x="-1095" y="351016"/>
                  <a:pt x="99" y="333103"/>
                </a:cubicBezTo>
                <a:cubicBezTo>
                  <a:pt x="2276" y="300446"/>
                  <a:pt x="1249" y="267416"/>
                  <a:pt x="6630" y="235132"/>
                </a:cubicBezTo>
                <a:cubicBezTo>
                  <a:pt x="9961" y="215148"/>
                  <a:pt x="24130" y="213337"/>
                  <a:pt x="39287" y="209006"/>
                </a:cubicBezTo>
                <a:cubicBezTo>
                  <a:pt x="55735" y="204307"/>
                  <a:pt x="81898" y="198638"/>
                  <a:pt x="98070" y="195943"/>
                </a:cubicBezTo>
                <a:cubicBezTo>
                  <a:pt x="113255" y="193412"/>
                  <a:pt x="128550" y="191589"/>
                  <a:pt x="143790" y="189412"/>
                </a:cubicBezTo>
                <a:cubicBezTo>
                  <a:pt x="190770" y="173751"/>
                  <a:pt x="132102" y="192752"/>
                  <a:pt x="189510" y="176349"/>
                </a:cubicBezTo>
                <a:cubicBezTo>
                  <a:pt x="196130" y="174458"/>
                  <a:pt x="202353" y="171167"/>
                  <a:pt x="209104" y="169817"/>
                </a:cubicBezTo>
                <a:cubicBezTo>
                  <a:pt x="235076" y="164622"/>
                  <a:pt x="261510" y="161948"/>
                  <a:pt x="287482" y="156754"/>
                </a:cubicBezTo>
                <a:lnTo>
                  <a:pt x="320139" y="150223"/>
                </a:lnTo>
                <a:cubicBezTo>
                  <a:pt x="328847" y="145869"/>
                  <a:pt x="338341" y="142819"/>
                  <a:pt x="346264" y="137160"/>
                </a:cubicBezTo>
                <a:cubicBezTo>
                  <a:pt x="360963" y="126661"/>
                  <a:pt x="375159" y="105166"/>
                  <a:pt x="385453" y="91440"/>
                </a:cubicBezTo>
                <a:cubicBezTo>
                  <a:pt x="387630" y="82731"/>
                  <a:pt x="389518" y="73945"/>
                  <a:pt x="391984" y="65314"/>
                </a:cubicBezTo>
                <a:cubicBezTo>
                  <a:pt x="393875" y="58694"/>
                  <a:pt x="391795" y="47213"/>
                  <a:pt x="398516" y="45720"/>
                </a:cubicBezTo>
                <a:cubicBezTo>
                  <a:pt x="415651" y="41913"/>
                  <a:pt x="433350" y="50075"/>
                  <a:pt x="450767" y="52252"/>
                </a:cubicBezTo>
                <a:cubicBezTo>
                  <a:pt x="362499" y="74318"/>
                  <a:pt x="439622" y="56971"/>
                  <a:pt x="235230" y="65314"/>
                </a:cubicBezTo>
                <a:lnTo>
                  <a:pt x="104602" y="71846"/>
                </a:lnTo>
                <a:cubicBezTo>
                  <a:pt x="98070" y="74023"/>
                  <a:pt x="89875" y="73509"/>
                  <a:pt x="85007" y="78377"/>
                </a:cubicBezTo>
                <a:cubicBezTo>
                  <a:pt x="80139" y="83245"/>
                  <a:pt x="81188" y="91644"/>
                  <a:pt x="78476" y="97972"/>
                </a:cubicBezTo>
                <a:cubicBezTo>
                  <a:pt x="74641" y="106921"/>
                  <a:pt x="69767" y="115389"/>
                  <a:pt x="65413" y="124097"/>
                </a:cubicBezTo>
                <a:cubicBezTo>
                  <a:pt x="67590" y="178526"/>
                  <a:pt x="68063" y="233049"/>
                  <a:pt x="71944" y="287383"/>
                </a:cubicBezTo>
                <a:cubicBezTo>
                  <a:pt x="72435" y="294250"/>
                  <a:pt x="75397" y="300819"/>
                  <a:pt x="78476" y="306977"/>
                </a:cubicBezTo>
                <a:cubicBezTo>
                  <a:pt x="81987" y="313998"/>
                  <a:pt x="85007" y="322218"/>
                  <a:pt x="91539" y="326572"/>
                </a:cubicBezTo>
                <a:cubicBezTo>
                  <a:pt x="99008" y="331551"/>
                  <a:pt x="109033" y="330637"/>
                  <a:pt x="117664" y="333103"/>
                </a:cubicBezTo>
                <a:cubicBezTo>
                  <a:pt x="124284" y="334994"/>
                  <a:pt x="130580" y="337964"/>
                  <a:pt x="137259" y="339634"/>
                </a:cubicBezTo>
                <a:cubicBezTo>
                  <a:pt x="148029" y="342326"/>
                  <a:pt x="159206" y="343245"/>
                  <a:pt x="169916" y="346166"/>
                </a:cubicBezTo>
                <a:cubicBezTo>
                  <a:pt x="183200" y="349789"/>
                  <a:pt x="196041" y="354875"/>
                  <a:pt x="209104" y="359229"/>
                </a:cubicBezTo>
                <a:lnTo>
                  <a:pt x="248293" y="372292"/>
                </a:lnTo>
                <a:cubicBezTo>
                  <a:pt x="254824" y="374469"/>
                  <a:pt x="261208" y="377153"/>
                  <a:pt x="267887" y="378823"/>
                </a:cubicBezTo>
                <a:cubicBezTo>
                  <a:pt x="276264" y="380917"/>
                  <a:pt x="304232" y="387199"/>
                  <a:pt x="313607" y="391886"/>
                </a:cubicBezTo>
                <a:cubicBezTo>
                  <a:pt x="358452" y="414309"/>
                  <a:pt x="302859" y="398881"/>
                  <a:pt x="365859" y="411480"/>
                </a:cubicBezTo>
                <a:cubicBezTo>
                  <a:pt x="394162" y="409303"/>
                  <a:pt x="422575" y="408266"/>
                  <a:pt x="450767" y="404949"/>
                </a:cubicBezTo>
                <a:cubicBezTo>
                  <a:pt x="463437" y="403458"/>
                  <a:pt x="483819" y="396108"/>
                  <a:pt x="496487" y="391886"/>
                </a:cubicBezTo>
                <a:cubicBezTo>
                  <a:pt x="505196" y="385355"/>
                  <a:pt x="514916" y="379989"/>
                  <a:pt x="522613" y="372292"/>
                </a:cubicBezTo>
                <a:cubicBezTo>
                  <a:pt x="525569" y="369336"/>
                  <a:pt x="551562" y="333987"/>
                  <a:pt x="555270" y="326572"/>
                </a:cubicBezTo>
                <a:cubicBezTo>
                  <a:pt x="558349" y="320414"/>
                  <a:pt x="559625" y="313509"/>
                  <a:pt x="561802" y="306977"/>
                </a:cubicBezTo>
                <a:cubicBezTo>
                  <a:pt x="559625" y="261257"/>
                  <a:pt x="560724" y="215263"/>
                  <a:pt x="555270" y="169817"/>
                </a:cubicBezTo>
                <a:cubicBezTo>
                  <a:pt x="554375" y="162356"/>
                  <a:pt x="534967" y="131084"/>
                  <a:pt x="529144" y="124097"/>
                </a:cubicBezTo>
                <a:cubicBezTo>
                  <a:pt x="518902" y="111807"/>
                  <a:pt x="496846" y="92365"/>
                  <a:pt x="483424" y="84909"/>
                </a:cubicBezTo>
                <a:cubicBezTo>
                  <a:pt x="459584" y="71665"/>
                  <a:pt x="449009" y="72276"/>
                  <a:pt x="424642" y="65314"/>
                </a:cubicBezTo>
                <a:cubicBezTo>
                  <a:pt x="418022" y="63423"/>
                  <a:pt x="411667" y="60674"/>
                  <a:pt x="405047" y="58783"/>
                </a:cubicBezTo>
                <a:cubicBezTo>
                  <a:pt x="383526" y="52635"/>
                  <a:pt x="368709" y="50209"/>
                  <a:pt x="346264" y="45720"/>
                </a:cubicBezTo>
                <a:cubicBezTo>
                  <a:pt x="296190" y="47897"/>
                  <a:pt x="245857" y="46717"/>
                  <a:pt x="196042" y="52252"/>
                </a:cubicBezTo>
                <a:cubicBezTo>
                  <a:pt x="186365" y="53327"/>
                  <a:pt x="178865" y="61479"/>
                  <a:pt x="169916" y="65314"/>
                </a:cubicBezTo>
                <a:cubicBezTo>
                  <a:pt x="163588" y="68026"/>
                  <a:pt x="156853" y="69669"/>
                  <a:pt x="150322" y="71846"/>
                </a:cubicBezTo>
                <a:cubicBezTo>
                  <a:pt x="141613" y="78377"/>
                  <a:pt x="132461" y="84356"/>
                  <a:pt x="124196" y="91440"/>
                </a:cubicBezTo>
                <a:cubicBezTo>
                  <a:pt x="105093" y="107814"/>
                  <a:pt x="100493" y="116512"/>
                  <a:pt x="85007" y="137160"/>
                </a:cubicBezTo>
                <a:cubicBezTo>
                  <a:pt x="53466" y="231782"/>
                  <a:pt x="67856" y="173378"/>
                  <a:pt x="78476" y="359229"/>
                </a:cubicBezTo>
                <a:cubicBezTo>
                  <a:pt x="81898" y="419107"/>
                  <a:pt x="78619" y="388883"/>
                  <a:pt x="98070" y="424543"/>
                </a:cubicBezTo>
                <a:cubicBezTo>
                  <a:pt x="107395" y="441638"/>
                  <a:pt x="108618" y="465110"/>
                  <a:pt x="124196" y="476794"/>
                </a:cubicBezTo>
                <a:cubicBezTo>
                  <a:pt x="146075" y="493204"/>
                  <a:pt x="157783" y="503385"/>
                  <a:pt x="182979" y="515983"/>
                </a:cubicBezTo>
                <a:cubicBezTo>
                  <a:pt x="189137" y="519062"/>
                  <a:pt x="196245" y="519802"/>
                  <a:pt x="202573" y="522514"/>
                </a:cubicBezTo>
                <a:cubicBezTo>
                  <a:pt x="211522" y="526349"/>
                  <a:pt x="220245" y="530746"/>
                  <a:pt x="228699" y="535577"/>
                </a:cubicBezTo>
                <a:cubicBezTo>
                  <a:pt x="235514" y="539472"/>
                  <a:pt x="241120" y="545452"/>
                  <a:pt x="248293" y="548640"/>
                </a:cubicBezTo>
                <a:cubicBezTo>
                  <a:pt x="268739" y="557727"/>
                  <a:pt x="291893" y="562806"/>
                  <a:pt x="313607" y="568234"/>
                </a:cubicBezTo>
                <a:cubicBezTo>
                  <a:pt x="320139" y="572588"/>
                  <a:pt x="325987" y="578205"/>
                  <a:pt x="333202" y="581297"/>
                </a:cubicBezTo>
                <a:cubicBezTo>
                  <a:pt x="341453" y="584833"/>
                  <a:pt x="350351" y="587829"/>
                  <a:pt x="359327" y="587829"/>
                </a:cubicBezTo>
                <a:cubicBezTo>
                  <a:pt x="422502" y="587829"/>
                  <a:pt x="485602" y="583474"/>
                  <a:pt x="548739" y="581297"/>
                </a:cubicBezTo>
                <a:cubicBezTo>
                  <a:pt x="557447" y="572589"/>
                  <a:pt x="567171" y="564789"/>
                  <a:pt x="574864" y="555172"/>
                </a:cubicBezTo>
                <a:cubicBezTo>
                  <a:pt x="584672" y="542913"/>
                  <a:pt x="592281" y="529046"/>
                  <a:pt x="600990" y="515983"/>
                </a:cubicBezTo>
                <a:cubicBezTo>
                  <a:pt x="605344" y="509452"/>
                  <a:pt x="610542" y="503410"/>
                  <a:pt x="614053" y="496389"/>
                </a:cubicBezTo>
                <a:cubicBezTo>
                  <a:pt x="645422" y="433651"/>
                  <a:pt x="632947" y="462217"/>
                  <a:pt x="653242" y="411480"/>
                </a:cubicBezTo>
                <a:cubicBezTo>
                  <a:pt x="655419" y="400594"/>
                  <a:pt x="657365" y="389660"/>
                  <a:pt x="659773" y="378823"/>
                </a:cubicBezTo>
                <a:cubicBezTo>
                  <a:pt x="661720" y="370060"/>
                  <a:pt x="666304" y="361674"/>
                  <a:pt x="666304" y="352697"/>
                </a:cubicBezTo>
                <a:cubicBezTo>
                  <a:pt x="666304" y="285171"/>
                  <a:pt x="665540" y="217503"/>
                  <a:pt x="659773" y="150223"/>
                </a:cubicBezTo>
                <a:cubicBezTo>
                  <a:pt x="658941" y="140522"/>
                  <a:pt x="650545" y="133046"/>
                  <a:pt x="646710" y="124097"/>
                </a:cubicBezTo>
                <a:cubicBezTo>
                  <a:pt x="626017" y="75813"/>
                  <a:pt x="664972" y="141691"/>
                  <a:pt x="614053" y="65314"/>
                </a:cubicBezTo>
                <a:cubicBezTo>
                  <a:pt x="609699" y="58783"/>
                  <a:pt x="606541" y="51271"/>
                  <a:pt x="600990" y="45720"/>
                </a:cubicBezTo>
                <a:lnTo>
                  <a:pt x="555270" y="0"/>
                </a:lnTo>
                <a:cubicBezTo>
                  <a:pt x="505196" y="2177"/>
                  <a:pt x="454862" y="997"/>
                  <a:pt x="405047" y="6532"/>
                </a:cubicBezTo>
                <a:cubicBezTo>
                  <a:pt x="395370" y="7607"/>
                  <a:pt x="387871" y="15759"/>
                  <a:pt x="378922" y="19594"/>
                </a:cubicBezTo>
                <a:cubicBezTo>
                  <a:pt x="372594" y="22306"/>
                  <a:pt x="365859" y="23949"/>
                  <a:pt x="359327" y="26126"/>
                </a:cubicBezTo>
                <a:cubicBezTo>
                  <a:pt x="342743" y="42710"/>
                  <a:pt x="340143" y="47872"/>
                  <a:pt x="320139" y="58783"/>
                </a:cubicBezTo>
                <a:cubicBezTo>
                  <a:pt x="303044" y="68108"/>
                  <a:pt x="281657" y="71139"/>
                  <a:pt x="267887" y="84909"/>
                </a:cubicBezTo>
                <a:cubicBezTo>
                  <a:pt x="225098" y="127698"/>
                  <a:pt x="273748" y="83179"/>
                  <a:pt x="222167" y="117566"/>
                </a:cubicBezTo>
                <a:cubicBezTo>
                  <a:pt x="204052" y="129642"/>
                  <a:pt x="189389" y="147018"/>
                  <a:pt x="169916" y="156754"/>
                </a:cubicBezTo>
                <a:cubicBezTo>
                  <a:pt x="126467" y="178478"/>
                  <a:pt x="160061" y="159734"/>
                  <a:pt x="117664" y="189412"/>
                </a:cubicBezTo>
                <a:cubicBezTo>
                  <a:pt x="104803" y="198415"/>
                  <a:pt x="87895" y="202977"/>
                  <a:pt x="78476" y="215537"/>
                </a:cubicBezTo>
                <a:lnTo>
                  <a:pt x="58882" y="241663"/>
                </a:lnTo>
                <a:cubicBezTo>
                  <a:pt x="56705" y="248194"/>
                  <a:pt x="55062" y="254929"/>
                  <a:pt x="52350" y="261257"/>
                </a:cubicBezTo>
                <a:cubicBezTo>
                  <a:pt x="48514" y="270206"/>
                  <a:pt x="39729" y="277656"/>
                  <a:pt x="39287" y="287383"/>
                </a:cubicBezTo>
                <a:cubicBezTo>
                  <a:pt x="37505" y="326592"/>
                  <a:pt x="40516" y="366060"/>
                  <a:pt x="45819" y="404949"/>
                </a:cubicBezTo>
                <a:cubicBezTo>
                  <a:pt x="47135" y="414596"/>
                  <a:pt x="53223" y="423151"/>
                  <a:pt x="58882" y="431074"/>
                </a:cubicBezTo>
                <a:cubicBezTo>
                  <a:pt x="71050" y="448110"/>
                  <a:pt x="85299" y="456493"/>
                  <a:pt x="104602" y="463732"/>
                </a:cubicBezTo>
                <a:cubicBezTo>
                  <a:pt x="113007" y="466884"/>
                  <a:pt x="122096" y="467797"/>
                  <a:pt x="130727" y="470263"/>
                </a:cubicBezTo>
                <a:cubicBezTo>
                  <a:pt x="196357" y="489013"/>
                  <a:pt x="94726" y="462893"/>
                  <a:pt x="176447" y="483326"/>
                </a:cubicBezTo>
                <a:cubicBezTo>
                  <a:pt x="226521" y="481149"/>
                  <a:pt x="276696" y="480638"/>
                  <a:pt x="326670" y="476794"/>
                </a:cubicBezTo>
                <a:cubicBezTo>
                  <a:pt x="333534" y="476266"/>
                  <a:pt x="339644" y="472154"/>
                  <a:pt x="346264" y="470263"/>
                </a:cubicBezTo>
                <a:cubicBezTo>
                  <a:pt x="354895" y="467797"/>
                  <a:pt x="363759" y="466198"/>
                  <a:pt x="372390" y="463732"/>
                </a:cubicBezTo>
                <a:cubicBezTo>
                  <a:pt x="379010" y="461841"/>
                  <a:pt x="385233" y="458550"/>
                  <a:pt x="391984" y="457200"/>
                </a:cubicBezTo>
                <a:cubicBezTo>
                  <a:pt x="407080" y="454181"/>
                  <a:pt x="422464" y="452846"/>
                  <a:pt x="437704" y="450669"/>
                </a:cubicBezTo>
                <a:cubicBezTo>
                  <a:pt x="509185" y="426841"/>
                  <a:pt x="400904" y="464846"/>
                  <a:pt x="476893" y="431074"/>
                </a:cubicBezTo>
                <a:cubicBezTo>
                  <a:pt x="502092" y="419875"/>
                  <a:pt x="520190" y="420676"/>
                  <a:pt x="542207" y="404949"/>
                </a:cubicBezTo>
                <a:cubicBezTo>
                  <a:pt x="549724" y="399580"/>
                  <a:pt x="554706" y="391267"/>
                  <a:pt x="561802" y="385354"/>
                </a:cubicBezTo>
                <a:cubicBezTo>
                  <a:pt x="567832" y="380329"/>
                  <a:pt x="574865" y="376646"/>
                  <a:pt x="581396" y="372292"/>
                </a:cubicBezTo>
                <a:cubicBezTo>
                  <a:pt x="583573" y="365760"/>
                  <a:pt x="583626" y="358073"/>
                  <a:pt x="587927" y="352697"/>
                </a:cubicBezTo>
                <a:cubicBezTo>
                  <a:pt x="616232" y="317315"/>
                  <a:pt x="600989" y="364130"/>
                  <a:pt x="620584" y="320040"/>
                </a:cubicBezTo>
                <a:cubicBezTo>
                  <a:pt x="629670" y="299595"/>
                  <a:pt x="634750" y="276439"/>
                  <a:pt x="640179" y="254726"/>
                </a:cubicBezTo>
                <a:cubicBezTo>
                  <a:pt x="630557" y="43066"/>
                  <a:pt x="668065" y="156254"/>
                  <a:pt x="614053" y="91440"/>
                </a:cubicBezTo>
                <a:cubicBezTo>
                  <a:pt x="591327" y="64170"/>
                  <a:pt x="613562" y="76037"/>
                  <a:pt x="581396" y="65314"/>
                </a:cubicBezTo>
                <a:cubicBezTo>
                  <a:pt x="475647" y="68172"/>
                  <a:pt x="381751" y="63977"/>
                  <a:pt x="280950" y="78377"/>
                </a:cubicBezTo>
                <a:cubicBezTo>
                  <a:pt x="269960" y="79947"/>
                  <a:pt x="259179" y="82732"/>
                  <a:pt x="248293" y="84909"/>
                </a:cubicBezTo>
                <a:cubicBezTo>
                  <a:pt x="235230" y="93617"/>
                  <a:pt x="214934" y="96457"/>
                  <a:pt x="209104" y="111034"/>
                </a:cubicBezTo>
                <a:cubicBezTo>
                  <a:pt x="204750" y="121920"/>
                  <a:pt x="200159" y="132714"/>
                  <a:pt x="196042" y="143692"/>
                </a:cubicBezTo>
                <a:cubicBezTo>
                  <a:pt x="193625" y="150138"/>
                  <a:pt x="192222" y="156958"/>
                  <a:pt x="189510" y="163286"/>
                </a:cubicBezTo>
                <a:cubicBezTo>
                  <a:pt x="185674" y="172235"/>
                  <a:pt x="180801" y="180703"/>
                  <a:pt x="176447" y="189412"/>
                </a:cubicBezTo>
                <a:cubicBezTo>
                  <a:pt x="174270" y="198120"/>
                  <a:pt x="172935" y="207084"/>
                  <a:pt x="169916" y="215537"/>
                </a:cubicBezTo>
                <a:cubicBezTo>
                  <a:pt x="162029" y="237620"/>
                  <a:pt x="143790" y="280852"/>
                  <a:pt x="143790" y="280852"/>
                </a:cubicBezTo>
                <a:cubicBezTo>
                  <a:pt x="137231" y="313651"/>
                  <a:pt x="137456" y="319549"/>
                  <a:pt x="124196" y="352697"/>
                </a:cubicBezTo>
                <a:cubicBezTo>
                  <a:pt x="120580" y="361737"/>
                  <a:pt x="115487" y="370114"/>
                  <a:pt x="111133" y="378823"/>
                </a:cubicBezTo>
                <a:cubicBezTo>
                  <a:pt x="108956" y="387532"/>
                  <a:pt x="107754" y="396544"/>
                  <a:pt x="104602" y="404949"/>
                </a:cubicBezTo>
                <a:cubicBezTo>
                  <a:pt x="101183" y="414065"/>
                  <a:pt x="95374" y="422125"/>
                  <a:pt x="91539" y="431074"/>
                </a:cubicBezTo>
                <a:cubicBezTo>
                  <a:pt x="88827" y="437402"/>
                  <a:pt x="87184" y="444137"/>
                  <a:pt x="85007" y="450669"/>
                </a:cubicBezTo>
                <a:cubicBezTo>
                  <a:pt x="82830" y="463732"/>
                  <a:pt x="81349" y="476930"/>
                  <a:pt x="78476" y="489857"/>
                </a:cubicBezTo>
                <a:cubicBezTo>
                  <a:pt x="76982" y="496578"/>
                  <a:pt x="71944" y="502567"/>
                  <a:pt x="71944" y="509452"/>
                </a:cubicBezTo>
                <a:cubicBezTo>
                  <a:pt x="71944" y="537838"/>
                  <a:pt x="73245" y="566460"/>
                  <a:pt x="78476" y="594360"/>
                </a:cubicBezTo>
                <a:cubicBezTo>
                  <a:pt x="80694" y="606190"/>
                  <a:pt x="100207" y="623895"/>
                  <a:pt x="111133" y="627017"/>
                </a:cubicBezTo>
                <a:cubicBezTo>
                  <a:pt x="119507" y="629409"/>
                  <a:pt x="128550" y="627017"/>
                  <a:pt x="137259" y="62701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手繪多邊形 10">
            <a:extLst>
              <a:ext uri="{FF2B5EF4-FFF2-40B4-BE49-F238E27FC236}">
                <a16:creationId xmlns:a16="http://schemas.microsoft.com/office/drawing/2014/main" id="{32BF19F1-BBE5-2BF0-F816-A7BB81BE57F9}"/>
              </a:ext>
            </a:extLst>
          </p:cNvPr>
          <p:cNvSpPr/>
          <p:nvPr/>
        </p:nvSpPr>
        <p:spPr>
          <a:xfrm>
            <a:off x="6654397" y="2113216"/>
            <a:ext cx="856746" cy="666205"/>
          </a:xfrm>
          <a:custGeom>
            <a:avLst/>
            <a:gdLst>
              <a:gd name="csX0" fmla="*/ 321169 w 856746"/>
              <a:gd name="csY0" fmla="*/ 150222 h 666205"/>
              <a:gd name="csX1" fmla="*/ 373420 w 856746"/>
              <a:gd name="csY1" fmla="*/ 156754 h 666205"/>
              <a:gd name="csX2" fmla="*/ 393014 w 856746"/>
              <a:gd name="csY2" fmla="*/ 150222 h 666205"/>
              <a:gd name="csX3" fmla="*/ 464860 w 856746"/>
              <a:gd name="csY3" fmla="*/ 143691 h 666205"/>
              <a:gd name="csX4" fmla="*/ 575894 w 856746"/>
              <a:gd name="csY4" fmla="*/ 150222 h 666205"/>
              <a:gd name="csX5" fmla="*/ 615083 w 856746"/>
              <a:gd name="csY5" fmla="*/ 169817 h 666205"/>
              <a:gd name="csX6" fmla="*/ 660803 w 856746"/>
              <a:gd name="csY6" fmla="*/ 202474 h 666205"/>
              <a:gd name="csX7" fmla="*/ 680397 w 856746"/>
              <a:gd name="csY7" fmla="*/ 215537 h 666205"/>
              <a:gd name="csX8" fmla="*/ 713054 w 856746"/>
              <a:gd name="csY8" fmla="*/ 254725 h 666205"/>
              <a:gd name="csX9" fmla="*/ 726117 w 856746"/>
              <a:gd name="csY9" fmla="*/ 293914 h 666205"/>
              <a:gd name="csX10" fmla="*/ 732649 w 856746"/>
              <a:gd name="csY10" fmla="*/ 313508 h 666205"/>
              <a:gd name="csX11" fmla="*/ 745712 w 856746"/>
              <a:gd name="csY11" fmla="*/ 339634 h 666205"/>
              <a:gd name="csX12" fmla="*/ 752243 w 856746"/>
              <a:gd name="csY12" fmla="*/ 450668 h 666205"/>
              <a:gd name="csX13" fmla="*/ 693460 w 856746"/>
              <a:gd name="csY13" fmla="*/ 496388 h 666205"/>
              <a:gd name="csX14" fmla="*/ 673866 w 856746"/>
              <a:gd name="csY14" fmla="*/ 509451 h 666205"/>
              <a:gd name="csX15" fmla="*/ 582426 w 856746"/>
              <a:gd name="csY15" fmla="*/ 529045 h 666205"/>
              <a:gd name="csX16" fmla="*/ 366889 w 856746"/>
              <a:gd name="csY16" fmla="*/ 522514 h 666205"/>
              <a:gd name="csX17" fmla="*/ 347294 w 856746"/>
              <a:gd name="csY17" fmla="*/ 509451 h 666205"/>
              <a:gd name="csX18" fmla="*/ 301574 w 856746"/>
              <a:gd name="csY18" fmla="*/ 483325 h 666205"/>
              <a:gd name="csX19" fmla="*/ 262386 w 856746"/>
              <a:gd name="csY19" fmla="*/ 437605 h 666205"/>
              <a:gd name="csX20" fmla="*/ 249323 w 856746"/>
              <a:gd name="csY20" fmla="*/ 411480 h 666205"/>
              <a:gd name="csX21" fmla="*/ 249323 w 856746"/>
              <a:gd name="csY21" fmla="*/ 293914 h 666205"/>
              <a:gd name="csX22" fmla="*/ 262386 w 856746"/>
              <a:gd name="csY22" fmla="*/ 274320 h 666205"/>
              <a:gd name="csX23" fmla="*/ 275449 w 856746"/>
              <a:gd name="csY23" fmla="*/ 248194 h 666205"/>
              <a:gd name="csX24" fmla="*/ 301574 w 856746"/>
              <a:gd name="csY24" fmla="*/ 209005 h 666205"/>
              <a:gd name="csX25" fmla="*/ 340763 w 856746"/>
              <a:gd name="csY25" fmla="*/ 163285 h 666205"/>
              <a:gd name="csX26" fmla="*/ 366889 w 856746"/>
              <a:gd name="csY26" fmla="*/ 143691 h 666205"/>
              <a:gd name="csX27" fmla="*/ 393014 w 856746"/>
              <a:gd name="csY27" fmla="*/ 117565 h 666205"/>
              <a:gd name="csX28" fmla="*/ 471392 w 856746"/>
              <a:gd name="csY28" fmla="*/ 65314 h 666205"/>
              <a:gd name="csX29" fmla="*/ 523643 w 856746"/>
              <a:gd name="csY29" fmla="*/ 52251 h 666205"/>
              <a:gd name="csX30" fmla="*/ 602020 w 856746"/>
              <a:gd name="csY30" fmla="*/ 58782 h 666205"/>
              <a:gd name="csX31" fmla="*/ 641209 w 856746"/>
              <a:gd name="csY31" fmla="*/ 84908 h 666205"/>
              <a:gd name="csX32" fmla="*/ 660803 w 856746"/>
              <a:gd name="csY32" fmla="*/ 91440 h 666205"/>
              <a:gd name="csX33" fmla="*/ 699992 w 856746"/>
              <a:gd name="csY33" fmla="*/ 130628 h 666205"/>
              <a:gd name="csX34" fmla="*/ 726117 w 856746"/>
              <a:gd name="csY34" fmla="*/ 169817 h 666205"/>
              <a:gd name="csX35" fmla="*/ 739180 w 856746"/>
              <a:gd name="csY35" fmla="*/ 189411 h 666205"/>
              <a:gd name="csX36" fmla="*/ 752243 w 856746"/>
              <a:gd name="csY36" fmla="*/ 215537 h 666205"/>
              <a:gd name="csX37" fmla="*/ 758774 w 856746"/>
              <a:gd name="csY37" fmla="*/ 463731 h 666205"/>
              <a:gd name="csX38" fmla="*/ 706523 w 856746"/>
              <a:gd name="csY38" fmla="*/ 529045 h 666205"/>
              <a:gd name="csX39" fmla="*/ 602020 w 856746"/>
              <a:gd name="csY39" fmla="*/ 568234 h 666205"/>
              <a:gd name="csX40" fmla="*/ 536706 w 856746"/>
              <a:gd name="csY40" fmla="*/ 587828 h 666205"/>
              <a:gd name="csX41" fmla="*/ 517112 w 856746"/>
              <a:gd name="csY41" fmla="*/ 594360 h 666205"/>
              <a:gd name="csX42" fmla="*/ 464860 w 856746"/>
              <a:gd name="csY42" fmla="*/ 600891 h 666205"/>
              <a:gd name="csX43" fmla="*/ 255854 w 856746"/>
              <a:gd name="csY43" fmla="*/ 594360 h 666205"/>
              <a:gd name="csX44" fmla="*/ 229729 w 856746"/>
              <a:gd name="csY44" fmla="*/ 574765 h 666205"/>
              <a:gd name="csX45" fmla="*/ 210134 w 856746"/>
              <a:gd name="csY45" fmla="*/ 529045 h 666205"/>
              <a:gd name="csX46" fmla="*/ 197072 w 856746"/>
              <a:gd name="csY46" fmla="*/ 509451 h 666205"/>
              <a:gd name="csX47" fmla="*/ 177477 w 856746"/>
              <a:gd name="csY47" fmla="*/ 444137 h 666205"/>
              <a:gd name="csX48" fmla="*/ 164414 w 856746"/>
              <a:gd name="csY48" fmla="*/ 418011 h 666205"/>
              <a:gd name="csX49" fmla="*/ 144820 w 856746"/>
              <a:gd name="csY49" fmla="*/ 352697 h 666205"/>
              <a:gd name="csX50" fmla="*/ 131757 w 856746"/>
              <a:gd name="csY50" fmla="*/ 306977 h 666205"/>
              <a:gd name="csX51" fmla="*/ 144820 w 856746"/>
              <a:gd name="csY51" fmla="*/ 222068 h 666205"/>
              <a:gd name="csX52" fmla="*/ 184009 w 856746"/>
              <a:gd name="csY52" fmla="*/ 169817 h 666205"/>
              <a:gd name="csX53" fmla="*/ 203603 w 856746"/>
              <a:gd name="csY53" fmla="*/ 156754 h 666205"/>
              <a:gd name="csX54" fmla="*/ 255854 w 856746"/>
              <a:gd name="csY54" fmla="*/ 117565 h 666205"/>
              <a:gd name="csX55" fmla="*/ 281980 w 856746"/>
              <a:gd name="csY55" fmla="*/ 97971 h 666205"/>
              <a:gd name="csX56" fmla="*/ 301574 w 856746"/>
              <a:gd name="csY56" fmla="*/ 78377 h 666205"/>
              <a:gd name="csX57" fmla="*/ 393014 w 856746"/>
              <a:gd name="csY57" fmla="*/ 32657 h 666205"/>
              <a:gd name="csX58" fmla="*/ 536706 w 856746"/>
              <a:gd name="csY58" fmla="*/ 39188 h 666205"/>
              <a:gd name="csX59" fmla="*/ 575894 w 856746"/>
              <a:gd name="csY59" fmla="*/ 52251 h 666205"/>
              <a:gd name="csX60" fmla="*/ 595489 w 856746"/>
              <a:gd name="csY60" fmla="*/ 58782 h 666205"/>
              <a:gd name="csX61" fmla="*/ 667334 w 856746"/>
              <a:gd name="csY61" fmla="*/ 91440 h 666205"/>
              <a:gd name="csX62" fmla="*/ 719586 w 856746"/>
              <a:gd name="csY62" fmla="*/ 124097 h 666205"/>
              <a:gd name="csX63" fmla="*/ 765306 w 856746"/>
              <a:gd name="csY63" fmla="*/ 169817 h 666205"/>
              <a:gd name="csX64" fmla="*/ 817557 w 856746"/>
              <a:gd name="csY64" fmla="*/ 261257 h 666205"/>
              <a:gd name="csX65" fmla="*/ 837152 w 856746"/>
              <a:gd name="csY65" fmla="*/ 313508 h 666205"/>
              <a:gd name="csX66" fmla="*/ 856746 w 856746"/>
              <a:gd name="csY66" fmla="*/ 404948 h 666205"/>
              <a:gd name="csX67" fmla="*/ 850214 w 856746"/>
              <a:gd name="csY67" fmla="*/ 515982 h 666205"/>
              <a:gd name="csX68" fmla="*/ 824089 w 856746"/>
              <a:gd name="csY68" fmla="*/ 561702 h 666205"/>
              <a:gd name="csX69" fmla="*/ 771837 w 856746"/>
              <a:gd name="csY69" fmla="*/ 594360 h 666205"/>
              <a:gd name="csX70" fmla="*/ 752243 w 856746"/>
              <a:gd name="csY70" fmla="*/ 607422 h 666205"/>
              <a:gd name="csX71" fmla="*/ 706523 w 856746"/>
              <a:gd name="csY71" fmla="*/ 620485 h 666205"/>
              <a:gd name="csX72" fmla="*/ 667334 w 856746"/>
              <a:gd name="csY72" fmla="*/ 640080 h 666205"/>
              <a:gd name="csX73" fmla="*/ 647740 w 856746"/>
              <a:gd name="csY73" fmla="*/ 653142 h 666205"/>
              <a:gd name="csX74" fmla="*/ 588957 w 856746"/>
              <a:gd name="csY74" fmla="*/ 666205 h 666205"/>
              <a:gd name="csX75" fmla="*/ 314637 w 856746"/>
              <a:gd name="csY75" fmla="*/ 653142 h 666205"/>
              <a:gd name="csX76" fmla="*/ 288512 w 856746"/>
              <a:gd name="csY76" fmla="*/ 646611 h 666205"/>
              <a:gd name="csX77" fmla="*/ 249323 w 856746"/>
              <a:gd name="csY77" fmla="*/ 633548 h 666205"/>
              <a:gd name="csX78" fmla="*/ 203603 w 856746"/>
              <a:gd name="csY78" fmla="*/ 627017 h 666205"/>
              <a:gd name="csX79" fmla="*/ 92569 w 856746"/>
              <a:gd name="csY79" fmla="*/ 555171 h 666205"/>
              <a:gd name="csX80" fmla="*/ 66443 w 856746"/>
              <a:gd name="csY80" fmla="*/ 522514 h 666205"/>
              <a:gd name="csX81" fmla="*/ 40317 w 856746"/>
              <a:gd name="csY81" fmla="*/ 483325 h 666205"/>
              <a:gd name="csX82" fmla="*/ 33786 w 856746"/>
              <a:gd name="csY82" fmla="*/ 457200 h 666205"/>
              <a:gd name="csX83" fmla="*/ 14192 w 856746"/>
              <a:gd name="csY83" fmla="*/ 418011 h 666205"/>
              <a:gd name="csX84" fmla="*/ 1129 w 856746"/>
              <a:gd name="csY84" fmla="*/ 365760 h 666205"/>
              <a:gd name="csX85" fmla="*/ 7660 w 856746"/>
              <a:gd name="csY85" fmla="*/ 195942 h 666205"/>
              <a:gd name="csX86" fmla="*/ 46849 w 856746"/>
              <a:gd name="csY86" fmla="*/ 182880 h 666205"/>
              <a:gd name="csX87" fmla="*/ 92569 w 856746"/>
              <a:gd name="csY87" fmla="*/ 156754 h 666205"/>
              <a:gd name="csX88" fmla="*/ 151352 w 856746"/>
              <a:gd name="csY88" fmla="*/ 124097 h 666205"/>
              <a:gd name="csX89" fmla="*/ 216666 w 856746"/>
              <a:gd name="csY89" fmla="*/ 65314 h 666205"/>
              <a:gd name="csX90" fmla="*/ 236260 w 856746"/>
              <a:gd name="csY90" fmla="*/ 52251 h 666205"/>
              <a:gd name="csX91" fmla="*/ 255854 w 856746"/>
              <a:gd name="csY91" fmla="*/ 45720 h 666205"/>
              <a:gd name="csX92" fmla="*/ 275449 w 856746"/>
              <a:gd name="csY92" fmla="*/ 32657 h 666205"/>
              <a:gd name="csX93" fmla="*/ 327700 w 856746"/>
              <a:gd name="csY93" fmla="*/ 19594 h 666205"/>
              <a:gd name="csX94" fmla="*/ 373420 w 856746"/>
              <a:gd name="csY94" fmla="*/ 6531 h 666205"/>
              <a:gd name="csX95" fmla="*/ 523643 w 856746"/>
              <a:gd name="csY95" fmla="*/ 13062 h 666205"/>
              <a:gd name="csX96" fmla="*/ 582426 w 856746"/>
              <a:gd name="csY96" fmla="*/ 58782 h 666205"/>
              <a:gd name="csX97" fmla="*/ 608552 w 856746"/>
              <a:gd name="csY97" fmla="*/ 78377 h 666205"/>
              <a:gd name="csX98" fmla="*/ 647740 w 856746"/>
              <a:gd name="csY98" fmla="*/ 130628 h 666205"/>
              <a:gd name="csX99" fmla="*/ 673866 w 856746"/>
              <a:gd name="csY99" fmla="*/ 176348 h 666205"/>
              <a:gd name="csX100" fmla="*/ 693460 w 856746"/>
              <a:gd name="csY100" fmla="*/ 222068 h 666205"/>
              <a:gd name="csX101" fmla="*/ 706523 w 856746"/>
              <a:gd name="csY101" fmla="*/ 267788 h 666205"/>
              <a:gd name="csX102" fmla="*/ 719586 w 856746"/>
              <a:gd name="csY102" fmla="*/ 372291 h 666205"/>
              <a:gd name="csX103" fmla="*/ 686929 w 856746"/>
              <a:gd name="csY103" fmla="*/ 568234 h 666205"/>
              <a:gd name="csX104" fmla="*/ 615083 w 856746"/>
              <a:gd name="csY104" fmla="*/ 620485 h 666205"/>
              <a:gd name="csX105" fmla="*/ 575894 w 856746"/>
              <a:gd name="csY105" fmla="*/ 633548 h 666205"/>
              <a:gd name="csX106" fmla="*/ 556300 w 856746"/>
              <a:gd name="csY106" fmla="*/ 640080 h 666205"/>
              <a:gd name="csX107" fmla="*/ 451797 w 856746"/>
              <a:gd name="csY107" fmla="*/ 633548 h 666205"/>
              <a:gd name="csX108" fmla="*/ 419140 w 856746"/>
              <a:gd name="csY108" fmla="*/ 627017 h 666205"/>
              <a:gd name="csX109" fmla="*/ 399546 w 856746"/>
              <a:gd name="csY109" fmla="*/ 613954 h 666205"/>
              <a:gd name="csX110" fmla="*/ 379952 w 856746"/>
              <a:gd name="csY110" fmla="*/ 607422 h 666205"/>
              <a:gd name="csX111" fmla="*/ 327700 w 856746"/>
              <a:gd name="csY111" fmla="*/ 587828 h 666205"/>
              <a:gd name="csX112" fmla="*/ 308106 w 856746"/>
              <a:gd name="csY112" fmla="*/ 574765 h 666205"/>
              <a:gd name="csX113" fmla="*/ 255854 w 856746"/>
              <a:gd name="csY113" fmla="*/ 548640 h 666205"/>
              <a:gd name="csX114" fmla="*/ 236260 w 856746"/>
              <a:gd name="csY114" fmla="*/ 535577 h 666205"/>
              <a:gd name="csX115" fmla="*/ 216666 w 856746"/>
              <a:gd name="csY115" fmla="*/ 529045 h 666205"/>
              <a:gd name="csX116" fmla="*/ 177477 w 856746"/>
              <a:gd name="csY116" fmla="*/ 502920 h 666205"/>
              <a:gd name="csX117" fmla="*/ 157883 w 856746"/>
              <a:gd name="csY117" fmla="*/ 476794 h 666205"/>
              <a:gd name="csX118" fmla="*/ 151352 w 856746"/>
              <a:gd name="csY118" fmla="*/ 457200 h 666205"/>
              <a:gd name="csX119" fmla="*/ 138289 w 856746"/>
              <a:gd name="csY119" fmla="*/ 424542 h 666205"/>
              <a:gd name="csX120" fmla="*/ 131757 w 856746"/>
              <a:gd name="csY120" fmla="*/ 372291 h 666205"/>
              <a:gd name="csX121" fmla="*/ 118694 w 856746"/>
              <a:gd name="csY121" fmla="*/ 280851 h 666205"/>
              <a:gd name="csX122" fmla="*/ 118694 w 856746"/>
              <a:gd name="csY122" fmla="*/ 137160 h 666205"/>
              <a:gd name="csX123" fmla="*/ 144820 w 856746"/>
              <a:gd name="csY123" fmla="*/ 111034 h 666205"/>
              <a:gd name="csX124" fmla="*/ 184009 w 856746"/>
              <a:gd name="csY124" fmla="*/ 91440 h 666205"/>
              <a:gd name="csX125" fmla="*/ 223197 w 856746"/>
              <a:gd name="csY125" fmla="*/ 71845 h 666205"/>
              <a:gd name="csX126" fmla="*/ 268917 w 856746"/>
              <a:gd name="csY126" fmla="*/ 39188 h 666205"/>
              <a:gd name="csX127" fmla="*/ 314637 w 856746"/>
              <a:gd name="csY127" fmla="*/ 19594 h 666205"/>
              <a:gd name="csX128" fmla="*/ 340763 w 856746"/>
              <a:gd name="csY128" fmla="*/ 0 h 6662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</a:cxnLst>
            <a:rect l="l" t="t" r="r" b="b"/>
            <a:pathLst>
              <a:path w="856746" h="666205">
                <a:moveTo>
                  <a:pt x="321169" y="150222"/>
                </a:moveTo>
                <a:cubicBezTo>
                  <a:pt x="338586" y="152399"/>
                  <a:pt x="355867" y="156754"/>
                  <a:pt x="373420" y="156754"/>
                </a:cubicBezTo>
                <a:cubicBezTo>
                  <a:pt x="380305" y="156754"/>
                  <a:pt x="386198" y="151196"/>
                  <a:pt x="393014" y="150222"/>
                </a:cubicBezTo>
                <a:cubicBezTo>
                  <a:pt x="416820" y="146821"/>
                  <a:pt x="440911" y="145868"/>
                  <a:pt x="464860" y="143691"/>
                </a:cubicBezTo>
                <a:cubicBezTo>
                  <a:pt x="501871" y="145868"/>
                  <a:pt x="539003" y="146533"/>
                  <a:pt x="575894" y="150222"/>
                </a:cubicBezTo>
                <a:cubicBezTo>
                  <a:pt x="594038" y="152036"/>
                  <a:pt x="599905" y="161144"/>
                  <a:pt x="615083" y="169817"/>
                </a:cubicBezTo>
                <a:cubicBezTo>
                  <a:pt x="676611" y="204976"/>
                  <a:pt x="608577" y="158952"/>
                  <a:pt x="660803" y="202474"/>
                </a:cubicBezTo>
                <a:cubicBezTo>
                  <a:pt x="666833" y="207499"/>
                  <a:pt x="674367" y="210512"/>
                  <a:pt x="680397" y="215537"/>
                </a:cubicBezTo>
                <a:cubicBezTo>
                  <a:pt x="691257" y="224587"/>
                  <a:pt x="707009" y="241123"/>
                  <a:pt x="713054" y="254725"/>
                </a:cubicBezTo>
                <a:cubicBezTo>
                  <a:pt x="718646" y="267308"/>
                  <a:pt x="721763" y="280851"/>
                  <a:pt x="726117" y="293914"/>
                </a:cubicBezTo>
                <a:cubicBezTo>
                  <a:pt x="728294" y="300445"/>
                  <a:pt x="729570" y="307350"/>
                  <a:pt x="732649" y="313508"/>
                </a:cubicBezTo>
                <a:lnTo>
                  <a:pt x="745712" y="339634"/>
                </a:lnTo>
                <a:cubicBezTo>
                  <a:pt x="753424" y="378198"/>
                  <a:pt x="767716" y="411984"/>
                  <a:pt x="752243" y="450668"/>
                </a:cubicBezTo>
                <a:cubicBezTo>
                  <a:pt x="746662" y="464620"/>
                  <a:pt x="697647" y="493597"/>
                  <a:pt x="693460" y="496388"/>
                </a:cubicBezTo>
                <a:lnTo>
                  <a:pt x="673866" y="509451"/>
                </a:lnTo>
                <a:cubicBezTo>
                  <a:pt x="634264" y="535853"/>
                  <a:pt x="662090" y="521803"/>
                  <a:pt x="582426" y="529045"/>
                </a:cubicBezTo>
                <a:cubicBezTo>
                  <a:pt x="510580" y="526868"/>
                  <a:pt x="438519" y="528483"/>
                  <a:pt x="366889" y="522514"/>
                </a:cubicBezTo>
                <a:cubicBezTo>
                  <a:pt x="359066" y="521862"/>
                  <a:pt x="354110" y="513346"/>
                  <a:pt x="347294" y="509451"/>
                </a:cubicBezTo>
                <a:cubicBezTo>
                  <a:pt x="326971" y="497838"/>
                  <a:pt x="318931" y="497789"/>
                  <a:pt x="301574" y="483325"/>
                </a:cubicBezTo>
                <a:cubicBezTo>
                  <a:pt x="287633" y="471708"/>
                  <a:pt x="271788" y="452648"/>
                  <a:pt x="262386" y="437605"/>
                </a:cubicBezTo>
                <a:cubicBezTo>
                  <a:pt x="257226" y="429349"/>
                  <a:pt x="253677" y="420188"/>
                  <a:pt x="249323" y="411480"/>
                </a:cubicBezTo>
                <a:cubicBezTo>
                  <a:pt x="237197" y="362973"/>
                  <a:pt x="235971" y="369578"/>
                  <a:pt x="249323" y="293914"/>
                </a:cubicBezTo>
                <a:cubicBezTo>
                  <a:pt x="250687" y="286184"/>
                  <a:pt x="258491" y="281135"/>
                  <a:pt x="262386" y="274320"/>
                </a:cubicBezTo>
                <a:cubicBezTo>
                  <a:pt x="267217" y="265866"/>
                  <a:pt x="270440" y="256543"/>
                  <a:pt x="275449" y="248194"/>
                </a:cubicBezTo>
                <a:cubicBezTo>
                  <a:pt x="283526" y="234732"/>
                  <a:pt x="292154" y="221564"/>
                  <a:pt x="301574" y="209005"/>
                </a:cubicBezTo>
                <a:cubicBezTo>
                  <a:pt x="317058" y="188361"/>
                  <a:pt x="321663" y="179656"/>
                  <a:pt x="340763" y="163285"/>
                </a:cubicBezTo>
                <a:cubicBezTo>
                  <a:pt x="349028" y="156201"/>
                  <a:pt x="358697" y="150859"/>
                  <a:pt x="366889" y="143691"/>
                </a:cubicBezTo>
                <a:cubicBezTo>
                  <a:pt x="376157" y="135581"/>
                  <a:pt x="383553" y="125449"/>
                  <a:pt x="393014" y="117565"/>
                </a:cubicBezTo>
                <a:cubicBezTo>
                  <a:pt x="409060" y="104194"/>
                  <a:pt x="445469" y="73955"/>
                  <a:pt x="471392" y="65314"/>
                </a:cubicBezTo>
                <a:cubicBezTo>
                  <a:pt x="488424" y="59637"/>
                  <a:pt x="523643" y="52251"/>
                  <a:pt x="523643" y="52251"/>
                </a:cubicBezTo>
                <a:cubicBezTo>
                  <a:pt x="549769" y="54428"/>
                  <a:pt x="576760" y="51765"/>
                  <a:pt x="602020" y="58782"/>
                </a:cubicBezTo>
                <a:cubicBezTo>
                  <a:pt x="617147" y="62984"/>
                  <a:pt x="626315" y="79943"/>
                  <a:pt x="641209" y="84908"/>
                </a:cubicBezTo>
                <a:lnTo>
                  <a:pt x="660803" y="91440"/>
                </a:lnTo>
                <a:cubicBezTo>
                  <a:pt x="673866" y="104503"/>
                  <a:pt x="689745" y="115257"/>
                  <a:pt x="699992" y="130628"/>
                </a:cubicBezTo>
                <a:lnTo>
                  <a:pt x="726117" y="169817"/>
                </a:lnTo>
                <a:cubicBezTo>
                  <a:pt x="730471" y="176348"/>
                  <a:pt x="735669" y="182390"/>
                  <a:pt x="739180" y="189411"/>
                </a:cubicBezTo>
                <a:lnTo>
                  <a:pt x="752243" y="215537"/>
                </a:lnTo>
                <a:cubicBezTo>
                  <a:pt x="778772" y="321651"/>
                  <a:pt x="774583" y="284560"/>
                  <a:pt x="758774" y="463731"/>
                </a:cubicBezTo>
                <a:cubicBezTo>
                  <a:pt x="756942" y="484494"/>
                  <a:pt x="715615" y="524499"/>
                  <a:pt x="706523" y="529045"/>
                </a:cubicBezTo>
                <a:cubicBezTo>
                  <a:pt x="599628" y="582494"/>
                  <a:pt x="708739" y="532660"/>
                  <a:pt x="602020" y="568234"/>
                </a:cubicBezTo>
                <a:cubicBezTo>
                  <a:pt x="508869" y="599285"/>
                  <a:pt x="605819" y="568081"/>
                  <a:pt x="536706" y="587828"/>
                </a:cubicBezTo>
                <a:cubicBezTo>
                  <a:pt x="530086" y="589719"/>
                  <a:pt x="523886" y="593128"/>
                  <a:pt x="517112" y="594360"/>
                </a:cubicBezTo>
                <a:cubicBezTo>
                  <a:pt x="499842" y="597500"/>
                  <a:pt x="482277" y="598714"/>
                  <a:pt x="464860" y="600891"/>
                </a:cubicBezTo>
                <a:cubicBezTo>
                  <a:pt x="395191" y="598714"/>
                  <a:pt x="325130" y="602057"/>
                  <a:pt x="255854" y="594360"/>
                </a:cubicBezTo>
                <a:cubicBezTo>
                  <a:pt x="245035" y="593158"/>
                  <a:pt x="236813" y="583030"/>
                  <a:pt x="229729" y="574765"/>
                </a:cubicBezTo>
                <a:cubicBezTo>
                  <a:pt x="213421" y="555739"/>
                  <a:pt x="219862" y="548502"/>
                  <a:pt x="210134" y="529045"/>
                </a:cubicBezTo>
                <a:cubicBezTo>
                  <a:pt x="206624" y="522024"/>
                  <a:pt x="201426" y="515982"/>
                  <a:pt x="197072" y="509451"/>
                </a:cubicBezTo>
                <a:cubicBezTo>
                  <a:pt x="192384" y="490701"/>
                  <a:pt x="185427" y="460038"/>
                  <a:pt x="177477" y="444137"/>
                </a:cubicBezTo>
                <a:cubicBezTo>
                  <a:pt x="173123" y="435428"/>
                  <a:pt x="168030" y="427051"/>
                  <a:pt x="164414" y="418011"/>
                </a:cubicBezTo>
                <a:cubicBezTo>
                  <a:pt x="148901" y="379226"/>
                  <a:pt x="154440" y="386365"/>
                  <a:pt x="144820" y="352697"/>
                </a:cubicBezTo>
                <a:cubicBezTo>
                  <a:pt x="126080" y="287107"/>
                  <a:pt x="152176" y="388645"/>
                  <a:pt x="131757" y="306977"/>
                </a:cubicBezTo>
                <a:cubicBezTo>
                  <a:pt x="133630" y="288253"/>
                  <a:pt x="133052" y="245604"/>
                  <a:pt x="144820" y="222068"/>
                </a:cubicBezTo>
                <a:cubicBezTo>
                  <a:pt x="150849" y="210009"/>
                  <a:pt x="179204" y="174622"/>
                  <a:pt x="184009" y="169817"/>
                </a:cubicBezTo>
                <a:cubicBezTo>
                  <a:pt x="189560" y="164266"/>
                  <a:pt x="197255" y="161371"/>
                  <a:pt x="203603" y="156754"/>
                </a:cubicBezTo>
                <a:cubicBezTo>
                  <a:pt x="221210" y="143949"/>
                  <a:pt x="238437" y="130628"/>
                  <a:pt x="255854" y="117565"/>
                </a:cubicBezTo>
                <a:cubicBezTo>
                  <a:pt x="264563" y="111034"/>
                  <a:pt x="274283" y="105668"/>
                  <a:pt x="281980" y="97971"/>
                </a:cubicBezTo>
                <a:cubicBezTo>
                  <a:pt x="288511" y="91440"/>
                  <a:pt x="293980" y="83635"/>
                  <a:pt x="301574" y="78377"/>
                </a:cubicBezTo>
                <a:cubicBezTo>
                  <a:pt x="359349" y="38379"/>
                  <a:pt x="347644" y="43999"/>
                  <a:pt x="393014" y="32657"/>
                </a:cubicBezTo>
                <a:cubicBezTo>
                  <a:pt x="440911" y="34834"/>
                  <a:pt x="489032" y="34080"/>
                  <a:pt x="536706" y="39188"/>
                </a:cubicBezTo>
                <a:cubicBezTo>
                  <a:pt x="550397" y="40655"/>
                  <a:pt x="562831" y="47897"/>
                  <a:pt x="575894" y="52251"/>
                </a:cubicBezTo>
                <a:lnTo>
                  <a:pt x="595489" y="58782"/>
                </a:lnTo>
                <a:cubicBezTo>
                  <a:pt x="633551" y="71469"/>
                  <a:pt x="608942" y="62244"/>
                  <a:pt x="667334" y="91440"/>
                </a:cubicBezTo>
                <a:cubicBezTo>
                  <a:pt x="691404" y="103475"/>
                  <a:pt x="698856" y="105251"/>
                  <a:pt x="719586" y="124097"/>
                </a:cubicBezTo>
                <a:cubicBezTo>
                  <a:pt x="735534" y="138595"/>
                  <a:pt x="753351" y="151884"/>
                  <a:pt x="765306" y="169817"/>
                </a:cubicBezTo>
                <a:cubicBezTo>
                  <a:pt x="780858" y="193144"/>
                  <a:pt x="810925" y="234733"/>
                  <a:pt x="817557" y="261257"/>
                </a:cubicBezTo>
                <a:cubicBezTo>
                  <a:pt x="826451" y="296828"/>
                  <a:pt x="820075" y="279353"/>
                  <a:pt x="837152" y="313508"/>
                </a:cubicBezTo>
                <a:cubicBezTo>
                  <a:pt x="853426" y="378608"/>
                  <a:pt x="847262" y="348051"/>
                  <a:pt x="856746" y="404948"/>
                </a:cubicBezTo>
                <a:cubicBezTo>
                  <a:pt x="854569" y="441959"/>
                  <a:pt x="853903" y="479091"/>
                  <a:pt x="850214" y="515982"/>
                </a:cubicBezTo>
                <a:cubicBezTo>
                  <a:pt x="848553" y="532590"/>
                  <a:pt x="834672" y="551119"/>
                  <a:pt x="824089" y="561702"/>
                </a:cubicBezTo>
                <a:cubicBezTo>
                  <a:pt x="779121" y="606670"/>
                  <a:pt x="808082" y="576238"/>
                  <a:pt x="771837" y="594360"/>
                </a:cubicBezTo>
                <a:cubicBezTo>
                  <a:pt x="764816" y="597870"/>
                  <a:pt x="759264" y="603912"/>
                  <a:pt x="752243" y="607422"/>
                </a:cubicBezTo>
                <a:cubicBezTo>
                  <a:pt x="742868" y="612110"/>
                  <a:pt x="714901" y="618391"/>
                  <a:pt x="706523" y="620485"/>
                </a:cubicBezTo>
                <a:cubicBezTo>
                  <a:pt x="650380" y="657914"/>
                  <a:pt x="721408" y="613044"/>
                  <a:pt x="667334" y="640080"/>
                </a:cubicBezTo>
                <a:cubicBezTo>
                  <a:pt x="660313" y="643590"/>
                  <a:pt x="654761" y="649632"/>
                  <a:pt x="647740" y="653142"/>
                </a:cubicBezTo>
                <a:cubicBezTo>
                  <a:pt x="631657" y="661183"/>
                  <a:pt x="604016" y="663695"/>
                  <a:pt x="588957" y="666205"/>
                </a:cubicBezTo>
                <a:cubicBezTo>
                  <a:pt x="517913" y="664052"/>
                  <a:pt x="399822" y="666248"/>
                  <a:pt x="314637" y="653142"/>
                </a:cubicBezTo>
                <a:cubicBezTo>
                  <a:pt x="305765" y="651777"/>
                  <a:pt x="297110" y="649190"/>
                  <a:pt x="288512" y="646611"/>
                </a:cubicBezTo>
                <a:cubicBezTo>
                  <a:pt x="275323" y="642654"/>
                  <a:pt x="262954" y="635495"/>
                  <a:pt x="249323" y="633548"/>
                </a:cubicBezTo>
                <a:lnTo>
                  <a:pt x="203603" y="627017"/>
                </a:lnTo>
                <a:cubicBezTo>
                  <a:pt x="138213" y="600860"/>
                  <a:pt x="136547" y="610142"/>
                  <a:pt x="92569" y="555171"/>
                </a:cubicBezTo>
                <a:cubicBezTo>
                  <a:pt x="83860" y="544285"/>
                  <a:pt x="74642" y="533788"/>
                  <a:pt x="66443" y="522514"/>
                </a:cubicBezTo>
                <a:cubicBezTo>
                  <a:pt x="57209" y="509817"/>
                  <a:pt x="40317" y="483325"/>
                  <a:pt x="40317" y="483325"/>
                </a:cubicBezTo>
                <a:cubicBezTo>
                  <a:pt x="38140" y="474617"/>
                  <a:pt x="37322" y="465451"/>
                  <a:pt x="33786" y="457200"/>
                </a:cubicBezTo>
                <a:cubicBezTo>
                  <a:pt x="11491" y="405177"/>
                  <a:pt x="27953" y="468469"/>
                  <a:pt x="14192" y="418011"/>
                </a:cubicBezTo>
                <a:cubicBezTo>
                  <a:pt x="9468" y="400691"/>
                  <a:pt x="1129" y="365760"/>
                  <a:pt x="1129" y="365760"/>
                </a:cubicBezTo>
                <a:cubicBezTo>
                  <a:pt x="3306" y="309154"/>
                  <a:pt x="-6079" y="250898"/>
                  <a:pt x="7660" y="195942"/>
                </a:cubicBezTo>
                <a:cubicBezTo>
                  <a:pt x="11000" y="182584"/>
                  <a:pt x="46849" y="182880"/>
                  <a:pt x="46849" y="182880"/>
                </a:cubicBezTo>
                <a:cubicBezTo>
                  <a:pt x="114629" y="137693"/>
                  <a:pt x="9703" y="206475"/>
                  <a:pt x="92569" y="156754"/>
                </a:cubicBezTo>
                <a:cubicBezTo>
                  <a:pt x="148714" y="123066"/>
                  <a:pt x="111939" y="137233"/>
                  <a:pt x="151352" y="124097"/>
                </a:cubicBezTo>
                <a:cubicBezTo>
                  <a:pt x="189565" y="85883"/>
                  <a:pt x="180871" y="90882"/>
                  <a:pt x="216666" y="65314"/>
                </a:cubicBezTo>
                <a:cubicBezTo>
                  <a:pt x="223054" y="60751"/>
                  <a:pt x="229239" y="55762"/>
                  <a:pt x="236260" y="52251"/>
                </a:cubicBezTo>
                <a:cubicBezTo>
                  <a:pt x="242418" y="49172"/>
                  <a:pt x="249323" y="47897"/>
                  <a:pt x="255854" y="45720"/>
                </a:cubicBezTo>
                <a:cubicBezTo>
                  <a:pt x="262386" y="41366"/>
                  <a:pt x="268072" y="35340"/>
                  <a:pt x="275449" y="32657"/>
                </a:cubicBezTo>
                <a:cubicBezTo>
                  <a:pt x="292321" y="26522"/>
                  <a:pt x="310283" y="23948"/>
                  <a:pt x="327700" y="19594"/>
                </a:cubicBezTo>
                <a:cubicBezTo>
                  <a:pt x="360501" y="11393"/>
                  <a:pt x="345313" y="15900"/>
                  <a:pt x="373420" y="6531"/>
                </a:cubicBezTo>
                <a:cubicBezTo>
                  <a:pt x="423494" y="8708"/>
                  <a:pt x="474250" y="4546"/>
                  <a:pt x="523643" y="13062"/>
                </a:cubicBezTo>
                <a:cubicBezTo>
                  <a:pt x="547567" y="17187"/>
                  <a:pt x="565233" y="44045"/>
                  <a:pt x="582426" y="58782"/>
                </a:cubicBezTo>
                <a:cubicBezTo>
                  <a:pt x="590691" y="65867"/>
                  <a:pt x="600855" y="70679"/>
                  <a:pt x="608552" y="78377"/>
                </a:cubicBezTo>
                <a:cubicBezTo>
                  <a:pt x="616925" y="86750"/>
                  <a:pt x="639702" y="116561"/>
                  <a:pt x="647740" y="130628"/>
                </a:cubicBezTo>
                <a:cubicBezTo>
                  <a:pt x="680887" y="188635"/>
                  <a:pt x="642040" y="128611"/>
                  <a:pt x="673866" y="176348"/>
                </a:cubicBezTo>
                <a:cubicBezTo>
                  <a:pt x="689179" y="222290"/>
                  <a:pt x="669252" y="165585"/>
                  <a:pt x="693460" y="222068"/>
                </a:cubicBezTo>
                <a:cubicBezTo>
                  <a:pt x="697520" y="231540"/>
                  <a:pt x="705247" y="259283"/>
                  <a:pt x="706523" y="267788"/>
                </a:cubicBezTo>
                <a:cubicBezTo>
                  <a:pt x="711730" y="302505"/>
                  <a:pt x="719586" y="372291"/>
                  <a:pt x="719586" y="372291"/>
                </a:cubicBezTo>
                <a:cubicBezTo>
                  <a:pt x="713462" y="451903"/>
                  <a:pt x="739096" y="516066"/>
                  <a:pt x="686929" y="568234"/>
                </a:cubicBezTo>
                <a:cubicBezTo>
                  <a:pt x="678034" y="577129"/>
                  <a:pt x="625305" y="617078"/>
                  <a:pt x="615083" y="620485"/>
                </a:cubicBezTo>
                <a:lnTo>
                  <a:pt x="575894" y="633548"/>
                </a:lnTo>
                <a:lnTo>
                  <a:pt x="556300" y="640080"/>
                </a:lnTo>
                <a:cubicBezTo>
                  <a:pt x="521466" y="637903"/>
                  <a:pt x="486542" y="636857"/>
                  <a:pt x="451797" y="633548"/>
                </a:cubicBezTo>
                <a:cubicBezTo>
                  <a:pt x="440746" y="632495"/>
                  <a:pt x="429534" y="630915"/>
                  <a:pt x="419140" y="627017"/>
                </a:cubicBezTo>
                <a:cubicBezTo>
                  <a:pt x="411790" y="624261"/>
                  <a:pt x="406567" y="617465"/>
                  <a:pt x="399546" y="613954"/>
                </a:cubicBezTo>
                <a:cubicBezTo>
                  <a:pt x="393388" y="610875"/>
                  <a:pt x="386280" y="610134"/>
                  <a:pt x="379952" y="607422"/>
                </a:cubicBezTo>
                <a:cubicBezTo>
                  <a:pt x="332139" y="586931"/>
                  <a:pt x="375864" y="599870"/>
                  <a:pt x="327700" y="587828"/>
                </a:cubicBezTo>
                <a:cubicBezTo>
                  <a:pt x="321169" y="583474"/>
                  <a:pt x="314997" y="578524"/>
                  <a:pt x="308106" y="574765"/>
                </a:cubicBezTo>
                <a:cubicBezTo>
                  <a:pt x="291011" y="565440"/>
                  <a:pt x="272056" y="559442"/>
                  <a:pt x="255854" y="548640"/>
                </a:cubicBezTo>
                <a:cubicBezTo>
                  <a:pt x="249323" y="544286"/>
                  <a:pt x="243281" y="539088"/>
                  <a:pt x="236260" y="535577"/>
                </a:cubicBezTo>
                <a:cubicBezTo>
                  <a:pt x="230102" y="532498"/>
                  <a:pt x="222684" y="532388"/>
                  <a:pt x="216666" y="529045"/>
                </a:cubicBezTo>
                <a:cubicBezTo>
                  <a:pt x="202942" y="521421"/>
                  <a:pt x="177477" y="502920"/>
                  <a:pt x="177477" y="502920"/>
                </a:cubicBezTo>
                <a:cubicBezTo>
                  <a:pt x="170946" y="494211"/>
                  <a:pt x="163284" y="486246"/>
                  <a:pt x="157883" y="476794"/>
                </a:cubicBezTo>
                <a:cubicBezTo>
                  <a:pt x="154467" y="470816"/>
                  <a:pt x="153769" y="463646"/>
                  <a:pt x="151352" y="457200"/>
                </a:cubicBezTo>
                <a:cubicBezTo>
                  <a:pt x="147235" y="446222"/>
                  <a:pt x="142643" y="435428"/>
                  <a:pt x="138289" y="424542"/>
                </a:cubicBezTo>
                <a:cubicBezTo>
                  <a:pt x="136112" y="407125"/>
                  <a:pt x="133595" y="389747"/>
                  <a:pt x="131757" y="372291"/>
                </a:cubicBezTo>
                <a:cubicBezTo>
                  <a:pt x="122951" y="288633"/>
                  <a:pt x="133304" y="324677"/>
                  <a:pt x="118694" y="280851"/>
                </a:cubicBezTo>
                <a:cubicBezTo>
                  <a:pt x="112381" y="230340"/>
                  <a:pt x="103936" y="190290"/>
                  <a:pt x="118694" y="137160"/>
                </a:cubicBezTo>
                <a:cubicBezTo>
                  <a:pt x="121990" y="125293"/>
                  <a:pt x="135469" y="119049"/>
                  <a:pt x="144820" y="111034"/>
                </a:cubicBezTo>
                <a:cubicBezTo>
                  <a:pt x="160935" y="97221"/>
                  <a:pt x="165042" y="97762"/>
                  <a:pt x="184009" y="91440"/>
                </a:cubicBezTo>
                <a:cubicBezTo>
                  <a:pt x="240158" y="54006"/>
                  <a:pt x="169119" y="98884"/>
                  <a:pt x="223197" y="71845"/>
                </a:cubicBezTo>
                <a:cubicBezTo>
                  <a:pt x="237022" y="64932"/>
                  <a:pt x="257073" y="46591"/>
                  <a:pt x="268917" y="39188"/>
                </a:cubicBezTo>
                <a:cubicBezTo>
                  <a:pt x="287366" y="27658"/>
                  <a:pt x="295589" y="25943"/>
                  <a:pt x="314637" y="19594"/>
                </a:cubicBezTo>
                <a:lnTo>
                  <a:pt x="340763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手繪多邊形 11">
            <a:extLst>
              <a:ext uri="{FF2B5EF4-FFF2-40B4-BE49-F238E27FC236}">
                <a16:creationId xmlns:a16="http://schemas.microsoft.com/office/drawing/2014/main" id="{CF058041-BA9B-56C6-C273-9EE7FC0B7B69}"/>
              </a:ext>
            </a:extLst>
          </p:cNvPr>
          <p:cNvSpPr/>
          <p:nvPr/>
        </p:nvSpPr>
        <p:spPr>
          <a:xfrm>
            <a:off x="7563394" y="2746764"/>
            <a:ext cx="920967" cy="450669"/>
          </a:xfrm>
          <a:custGeom>
            <a:avLst/>
            <a:gdLst>
              <a:gd name="csX0" fmla="*/ 0 w 920967"/>
              <a:gd name="csY0" fmla="*/ 450669 h 450669"/>
              <a:gd name="csX1" fmla="*/ 19595 w 920967"/>
              <a:gd name="csY1" fmla="*/ 391886 h 450669"/>
              <a:gd name="csX2" fmla="*/ 32657 w 920967"/>
              <a:gd name="csY2" fmla="*/ 372292 h 450669"/>
              <a:gd name="csX3" fmla="*/ 52252 w 920967"/>
              <a:gd name="csY3" fmla="*/ 333103 h 450669"/>
              <a:gd name="csX4" fmla="*/ 71846 w 920967"/>
              <a:gd name="csY4" fmla="*/ 267789 h 450669"/>
              <a:gd name="csX5" fmla="*/ 84909 w 920967"/>
              <a:gd name="csY5" fmla="*/ 241663 h 450669"/>
              <a:gd name="csX6" fmla="*/ 91440 w 920967"/>
              <a:gd name="csY6" fmla="*/ 215537 h 450669"/>
              <a:gd name="csX7" fmla="*/ 97972 w 920967"/>
              <a:gd name="csY7" fmla="*/ 195943 h 450669"/>
              <a:gd name="csX8" fmla="*/ 111035 w 920967"/>
              <a:gd name="csY8" fmla="*/ 215537 h 450669"/>
              <a:gd name="csX9" fmla="*/ 104503 w 920967"/>
              <a:gd name="csY9" fmla="*/ 293914 h 450669"/>
              <a:gd name="csX10" fmla="*/ 280852 w 920967"/>
              <a:gd name="csY10" fmla="*/ 287383 h 450669"/>
              <a:gd name="csX11" fmla="*/ 346166 w 920967"/>
              <a:gd name="csY11" fmla="*/ 261257 h 450669"/>
              <a:gd name="csX12" fmla="*/ 365760 w 920967"/>
              <a:gd name="csY12" fmla="*/ 248194 h 450669"/>
              <a:gd name="csX13" fmla="*/ 404949 w 920967"/>
              <a:gd name="csY13" fmla="*/ 222069 h 450669"/>
              <a:gd name="csX14" fmla="*/ 424543 w 920967"/>
              <a:gd name="csY14" fmla="*/ 209006 h 450669"/>
              <a:gd name="csX15" fmla="*/ 444137 w 920967"/>
              <a:gd name="csY15" fmla="*/ 202474 h 450669"/>
              <a:gd name="csX16" fmla="*/ 483326 w 920967"/>
              <a:gd name="csY16" fmla="*/ 176349 h 450669"/>
              <a:gd name="csX17" fmla="*/ 522515 w 920967"/>
              <a:gd name="csY17" fmla="*/ 143692 h 450669"/>
              <a:gd name="csX18" fmla="*/ 542109 w 920967"/>
              <a:gd name="csY18" fmla="*/ 130629 h 450669"/>
              <a:gd name="csX19" fmla="*/ 561703 w 920967"/>
              <a:gd name="csY19" fmla="*/ 111034 h 450669"/>
              <a:gd name="csX20" fmla="*/ 581297 w 920967"/>
              <a:gd name="csY20" fmla="*/ 97972 h 450669"/>
              <a:gd name="csX21" fmla="*/ 620486 w 920967"/>
              <a:gd name="csY21" fmla="*/ 65314 h 450669"/>
              <a:gd name="csX22" fmla="*/ 653143 w 920967"/>
              <a:gd name="csY22" fmla="*/ 39189 h 450669"/>
              <a:gd name="csX23" fmla="*/ 666206 w 920967"/>
              <a:gd name="csY23" fmla="*/ 19594 h 450669"/>
              <a:gd name="csX24" fmla="*/ 640080 w 920967"/>
              <a:gd name="csY24" fmla="*/ 13063 h 450669"/>
              <a:gd name="csX25" fmla="*/ 894806 w 920967"/>
              <a:gd name="csY25" fmla="*/ 13063 h 450669"/>
              <a:gd name="csX26" fmla="*/ 920932 w 920967"/>
              <a:gd name="csY26" fmla="*/ 0 h 450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920967" h="450669">
                <a:moveTo>
                  <a:pt x="0" y="450669"/>
                </a:moveTo>
                <a:cubicBezTo>
                  <a:pt x="6532" y="431075"/>
                  <a:pt x="11651" y="410952"/>
                  <a:pt x="19595" y="391886"/>
                </a:cubicBezTo>
                <a:cubicBezTo>
                  <a:pt x="22614" y="384640"/>
                  <a:pt x="29147" y="379313"/>
                  <a:pt x="32657" y="372292"/>
                </a:cubicBezTo>
                <a:cubicBezTo>
                  <a:pt x="59693" y="318218"/>
                  <a:pt x="14823" y="389246"/>
                  <a:pt x="52252" y="333103"/>
                </a:cubicBezTo>
                <a:cubicBezTo>
                  <a:pt x="56940" y="314349"/>
                  <a:pt x="63893" y="283694"/>
                  <a:pt x="71846" y="267789"/>
                </a:cubicBezTo>
                <a:lnTo>
                  <a:pt x="84909" y="241663"/>
                </a:lnTo>
                <a:cubicBezTo>
                  <a:pt x="87086" y="232954"/>
                  <a:pt x="88974" y="224168"/>
                  <a:pt x="91440" y="215537"/>
                </a:cubicBezTo>
                <a:cubicBezTo>
                  <a:pt x="93331" y="208917"/>
                  <a:pt x="91087" y="195943"/>
                  <a:pt x="97972" y="195943"/>
                </a:cubicBezTo>
                <a:cubicBezTo>
                  <a:pt x="105822" y="195943"/>
                  <a:pt x="106681" y="209006"/>
                  <a:pt x="111035" y="215537"/>
                </a:cubicBezTo>
                <a:cubicBezTo>
                  <a:pt x="93784" y="267289"/>
                  <a:pt x="95708" y="241144"/>
                  <a:pt x="104503" y="293914"/>
                </a:cubicBezTo>
                <a:cubicBezTo>
                  <a:pt x="163286" y="291737"/>
                  <a:pt x="222270" y="292709"/>
                  <a:pt x="280852" y="287383"/>
                </a:cubicBezTo>
                <a:cubicBezTo>
                  <a:pt x="296764" y="285936"/>
                  <a:pt x="330715" y="270086"/>
                  <a:pt x="346166" y="261257"/>
                </a:cubicBezTo>
                <a:cubicBezTo>
                  <a:pt x="352981" y="257362"/>
                  <a:pt x="359730" y="253219"/>
                  <a:pt x="365760" y="248194"/>
                </a:cubicBezTo>
                <a:cubicBezTo>
                  <a:pt x="398376" y="221015"/>
                  <a:pt x="370516" y="233546"/>
                  <a:pt x="404949" y="222069"/>
                </a:cubicBezTo>
                <a:cubicBezTo>
                  <a:pt x="411480" y="217715"/>
                  <a:pt x="417522" y="212517"/>
                  <a:pt x="424543" y="209006"/>
                </a:cubicBezTo>
                <a:cubicBezTo>
                  <a:pt x="430701" y="205927"/>
                  <a:pt x="438409" y="206293"/>
                  <a:pt x="444137" y="202474"/>
                </a:cubicBezTo>
                <a:cubicBezTo>
                  <a:pt x="493059" y="169860"/>
                  <a:pt x="436739" y="191877"/>
                  <a:pt x="483326" y="176349"/>
                </a:cubicBezTo>
                <a:cubicBezTo>
                  <a:pt x="531974" y="143916"/>
                  <a:pt x="472225" y="185600"/>
                  <a:pt x="522515" y="143692"/>
                </a:cubicBezTo>
                <a:cubicBezTo>
                  <a:pt x="528545" y="138667"/>
                  <a:pt x="536079" y="135654"/>
                  <a:pt x="542109" y="130629"/>
                </a:cubicBezTo>
                <a:cubicBezTo>
                  <a:pt x="549205" y="124716"/>
                  <a:pt x="554607" y="116947"/>
                  <a:pt x="561703" y="111034"/>
                </a:cubicBezTo>
                <a:cubicBezTo>
                  <a:pt x="567733" y="106009"/>
                  <a:pt x="575267" y="102997"/>
                  <a:pt x="581297" y="97972"/>
                </a:cubicBezTo>
                <a:cubicBezTo>
                  <a:pt x="631595" y="56058"/>
                  <a:pt x="571832" y="97751"/>
                  <a:pt x="620486" y="65314"/>
                </a:cubicBezTo>
                <a:cubicBezTo>
                  <a:pt x="657925" y="9157"/>
                  <a:pt x="608072" y="75246"/>
                  <a:pt x="653143" y="39189"/>
                </a:cubicBezTo>
                <a:cubicBezTo>
                  <a:pt x="659273" y="34285"/>
                  <a:pt x="661852" y="26126"/>
                  <a:pt x="666206" y="19594"/>
                </a:cubicBezTo>
                <a:lnTo>
                  <a:pt x="640080" y="13063"/>
                </a:lnTo>
                <a:cubicBezTo>
                  <a:pt x="732827" y="43976"/>
                  <a:pt x="666823" y="24461"/>
                  <a:pt x="894806" y="13063"/>
                </a:cubicBezTo>
                <a:cubicBezTo>
                  <a:pt x="923044" y="11651"/>
                  <a:pt x="920932" y="14139"/>
                  <a:pt x="920932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手繪多邊形 12">
            <a:extLst>
              <a:ext uri="{FF2B5EF4-FFF2-40B4-BE49-F238E27FC236}">
                <a16:creationId xmlns:a16="http://schemas.microsoft.com/office/drawing/2014/main" id="{096EA10E-C241-0877-E6CB-CA23FA8D9B21}"/>
              </a:ext>
            </a:extLst>
          </p:cNvPr>
          <p:cNvSpPr/>
          <p:nvPr/>
        </p:nvSpPr>
        <p:spPr>
          <a:xfrm>
            <a:off x="6172200" y="2556490"/>
            <a:ext cx="2939749" cy="1500208"/>
          </a:xfrm>
          <a:custGeom>
            <a:avLst/>
            <a:gdLst>
              <a:gd name="csX0" fmla="*/ 2774390 w 2838684"/>
              <a:gd name="csY0" fmla="*/ 0 h 1085850"/>
              <a:gd name="csX1" fmla="*/ 2724384 w 2838684"/>
              <a:gd name="csY1" fmla="*/ 42863 h 1085850"/>
              <a:gd name="csX2" fmla="*/ 2652947 w 2838684"/>
              <a:gd name="csY2" fmla="*/ 107156 h 1085850"/>
              <a:gd name="csX3" fmla="*/ 2638659 w 2838684"/>
              <a:gd name="csY3" fmla="*/ 128588 h 1085850"/>
              <a:gd name="csX4" fmla="*/ 2602940 w 2838684"/>
              <a:gd name="csY4" fmla="*/ 157163 h 1085850"/>
              <a:gd name="csX5" fmla="*/ 2581509 w 2838684"/>
              <a:gd name="csY5" fmla="*/ 185738 h 1085850"/>
              <a:gd name="csX6" fmla="*/ 2531503 w 2838684"/>
              <a:gd name="csY6" fmla="*/ 221456 h 1085850"/>
              <a:gd name="csX7" fmla="*/ 2502928 w 2838684"/>
              <a:gd name="csY7" fmla="*/ 242888 h 1085850"/>
              <a:gd name="csX8" fmla="*/ 2481497 w 2838684"/>
              <a:gd name="csY8" fmla="*/ 250031 h 1085850"/>
              <a:gd name="csX9" fmla="*/ 2452922 w 2838684"/>
              <a:gd name="csY9" fmla="*/ 264319 h 1085850"/>
              <a:gd name="csX10" fmla="*/ 2424347 w 2838684"/>
              <a:gd name="csY10" fmla="*/ 285750 h 1085850"/>
              <a:gd name="csX11" fmla="*/ 2388628 w 2838684"/>
              <a:gd name="csY11" fmla="*/ 300038 h 1085850"/>
              <a:gd name="csX12" fmla="*/ 2352909 w 2838684"/>
              <a:gd name="csY12" fmla="*/ 321469 h 1085850"/>
              <a:gd name="csX13" fmla="*/ 2331478 w 2838684"/>
              <a:gd name="csY13" fmla="*/ 335756 h 1085850"/>
              <a:gd name="csX14" fmla="*/ 2274328 w 2838684"/>
              <a:gd name="csY14" fmla="*/ 378619 h 1085850"/>
              <a:gd name="csX15" fmla="*/ 2245753 w 2838684"/>
              <a:gd name="csY15" fmla="*/ 392906 h 1085850"/>
              <a:gd name="csX16" fmla="*/ 2181459 w 2838684"/>
              <a:gd name="csY16" fmla="*/ 442913 h 1085850"/>
              <a:gd name="csX17" fmla="*/ 2081447 w 2838684"/>
              <a:gd name="csY17" fmla="*/ 507206 h 1085850"/>
              <a:gd name="csX18" fmla="*/ 2017153 w 2838684"/>
              <a:gd name="csY18" fmla="*/ 550069 h 1085850"/>
              <a:gd name="csX19" fmla="*/ 1995722 w 2838684"/>
              <a:gd name="csY19" fmla="*/ 564356 h 1085850"/>
              <a:gd name="csX20" fmla="*/ 1974290 w 2838684"/>
              <a:gd name="csY20" fmla="*/ 571500 h 1085850"/>
              <a:gd name="csX21" fmla="*/ 1917140 w 2838684"/>
              <a:gd name="csY21" fmla="*/ 607219 h 1085850"/>
              <a:gd name="csX22" fmla="*/ 1895709 w 2838684"/>
              <a:gd name="csY22" fmla="*/ 621506 h 1085850"/>
              <a:gd name="csX23" fmla="*/ 1859990 w 2838684"/>
              <a:gd name="csY23" fmla="*/ 635794 h 1085850"/>
              <a:gd name="csX24" fmla="*/ 1838559 w 2838684"/>
              <a:gd name="csY24" fmla="*/ 642938 h 1085850"/>
              <a:gd name="csX25" fmla="*/ 1817128 w 2838684"/>
              <a:gd name="csY25" fmla="*/ 657225 h 1085850"/>
              <a:gd name="csX26" fmla="*/ 1788553 w 2838684"/>
              <a:gd name="csY26" fmla="*/ 664369 h 1085850"/>
              <a:gd name="csX27" fmla="*/ 1745690 w 2838684"/>
              <a:gd name="csY27" fmla="*/ 678656 h 1085850"/>
              <a:gd name="csX28" fmla="*/ 1724259 w 2838684"/>
              <a:gd name="csY28" fmla="*/ 685800 h 1085850"/>
              <a:gd name="csX29" fmla="*/ 1681397 w 2838684"/>
              <a:gd name="csY29" fmla="*/ 692944 h 1085850"/>
              <a:gd name="csX30" fmla="*/ 1652822 w 2838684"/>
              <a:gd name="csY30" fmla="*/ 700088 h 1085850"/>
              <a:gd name="csX31" fmla="*/ 1602815 w 2838684"/>
              <a:gd name="csY31" fmla="*/ 714375 h 1085850"/>
              <a:gd name="csX32" fmla="*/ 1431365 w 2838684"/>
              <a:gd name="csY32" fmla="*/ 728663 h 1085850"/>
              <a:gd name="csX33" fmla="*/ 859865 w 2838684"/>
              <a:gd name="csY33" fmla="*/ 721519 h 1085850"/>
              <a:gd name="csX34" fmla="*/ 716990 w 2838684"/>
              <a:gd name="csY34" fmla="*/ 700088 h 1085850"/>
              <a:gd name="csX35" fmla="*/ 638409 w 2838684"/>
              <a:gd name="csY35" fmla="*/ 685800 h 1085850"/>
              <a:gd name="csX36" fmla="*/ 516965 w 2838684"/>
              <a:gd name="csY36" fmla="*/ 664369 h 1085850"/>
              <a:gd name="csX37" fmla="*/ 452672 w 2838684"/>
              <a:gd name="csY37" fmla="*/ 650081 h 1085850"/>
              <a:gd name="csX38" fmla="*/ 409809 w 2838684"/>
              <a:gd name="csY38" fmla="*/ 635794 h 1085850"/>
              <a:gd name="csX39" fmla="*/ 331228 w 2838684"/>
              <a:gd name="csY39" fmla="*/ 607219 h 1085850"/>
              <a:gd name="csX40" fmla="*/ 274078 w 2838684"/>
              <a:gd name="csY40" fmla="*/ 578644 h 1085850"/>
              <a:gd name="csX41" fmla="*/ 245503 w 2838684"/>
              <a:gd name="csY41" fmla="*/ 557213 h 1085850"/>
              <a:gd name="csX42" fmla="*/ 195497 w 2838684"/>
              <a:gd name="csY42" fmla="*/ 507206 h 1085850"/>
              <a:gd name="csX43" fmla="*/ 166922 w 2838684"/>
              <a:gd name="csY43" fmla="*/ 485775 h 1085850"/>
              <a:gd name="csX44" fmla="*/ 145490 w 2838684"/>
              <a:gd name="csY44" fmla="*/ 464344 h 1085850"/>
              <a:gd name="csX45" fmla="*/ 102628 w 2838684"/>
              <a:gd name="csY45" fmla="*/ 435769 h 1085850"/>
              <a:gd name="csX46" fmla="*/ 81197 w 2838684"/>
              <a:gd name="csY46" fmla="*/ 421481 h 1085850"/>
              <a:gd name="csX47" fmla="*/ 59765 w 2838684"/>
              <a:gd name="csY47" fmla="*/ 407194 h 1085850"/>
              <a:gd name="csX48" fmla="*/ 45478 w 2838684"/>
              <a:gd name="csY48" fmla="*/ 385763 h 1085850"/>
              <a:gd name="csX49" fmla="*/ 9759 w 2838684"/>
              <a:gd name="csY49" fmla="*/ 342900 h 1085850"/>
              <a:gd name="csX50" fmla="*/ 9759 w 2838684"/>
              <a:gd name="csY50" fmla="*/ 178594 h 1085850"/>
              <a:gd name="csX51" fmla="*/ 24047 w 2838684"/>
              <a:gd name="csY51" fmla="*/ 200025 h 1085850"/>
              <a:gd name="csX52" fmla="*/ 45478 w 2838684"/>
              <a:gd name="csY52" fmla="*/ 221456 h 1085850"/>
              <a:gd name="csX53" fmla="*/ 95484 w 2838684"/>
              <a:gd name="csY53" fmla="*/ 242888 h 1085850"/>
              <a:gd name="csX54" fmla="*/ 152634 w 2838684"/>
              <a:gd name="csY54" fmla="*/ 257175 h 1085850"/>
              <a:gd name="csX55" fmla="*/ 181209 w 2838684"/>
              <a:gd name="csY55" fmla="*/ 264319 h 1085850"/>
              <a:gd name="csX56" fmla="*/ 216928 w 2838684"/>
              <a:gd name="csY56" fmla="*/ 278606 h 1085850"/>
              <a:gd name="csX57" fmla="*/ 252647 w 2838684"/>
              <a:gd name="csY57" fmla="*/ 285750 h 1085850"/>
              <a:gd name="csX58" fmla="*/ 316940 w 2838684"/>
              <a:gd name="csY58" fmla="*/ 300038 h 1085850"/>
              <a:gd name="csX59" fmla="*/ 338372 w 2838684"/>
              <a:gd name="csY59" fmla="*/ 314325 h 1085850"/>
              <a:gd name="csX60" fmla="*/ 388378 w 2838684"/>
              <a:gd name="csY60" fmla="*/ 328613 h 1085850"/>
              <a:gd name="csX61" fmla="*/ 409809 w 2838684"/>
              <a:gd name="csY61" fmla="*/ 342900 h 1085850"/>
              <a:gd name="csX62" fmla="*/ 459815 w 2838684"/>
              <a:gd name="csY62" fmla="*/ 364331 h 1085850"/>
              <a:gd name="csX63" fmla="*/ 516965 w 2838684"/>
              <a:gd name="csY63" fmla="*/ 407194 h 1085850"/>
              <a:gd name="csX64" fmla="*/ 566972 w 2838684"/>
              <a:gd name="csY64" fmla="*/ 428625 h 1085850"/>
              <a:gd name="csX65" fmla="*/ 616978 w 2838684"/>
              <a:gd name="csY65" fmla="*/ 457200 h 1085850"/>
              <a:gd name="csX66" fmla="*/ 709847 w 2838684"/>
              <a:gd name="csY66" fmla="*/ 514350 h 1085850"/>
              <a:gd name="csX67" fmla="*/ 774140 w 2838684"/>
              <a:gd name="csY67" fmla="*/ 557213 h 1085850"/>
              <a:gd name="csX68" fmla="*/ 795572 w 2838684"/>
              <a:gd name="csY68" fmla="*/ 564356 h 1085850"/>
              <a:gd name="csX69" fmla="*/ 831290 w 2838684"/>
              <a:gd name="csY69" fmla="*/ 585788 h 1085850"/>
              <a:gd name="csX70" fmla="*/ 859865 w 2838684"/>
              <a:gd name="csY70" fmla="*/ 600075 h 1085850"/>
              <a:gd name="csX71" fmla="*/ 881297 w 2838684"/>
              <a:gd name="csY71" fmla="*/ 614363 h 1085850"/>
              <a:gd name="csX72" fmla="*/ 902728 w 2838684"/>
              <a:gd name="csY72" fmla="*/ 621506 h 1085850"/>
              <a:gd name="csX73" fmla="*/ 959878 w 2838684"/>
              <a:gd name="csY73" fmla="*/ 650081 h 1085850"/>
              <a:gd name="csX74" fmla="*/ 1045603 w 2838684"/>
              <a:gd name="csY74" fmla="*/ 692944 h 1085850"/>
              <a:gd name="csX75" fmla="*/ 1074178 w 2838684"/>
              <a:gd name="csY75" fmla="*/ 707231 h 1085850"/>
              <a:gd name="csX76" fmla="*/ 1102753 w 2838684"/>
              <a:gd name="csY76" fmla="*/ 721519 h 1085850"/>
              <a:gd name="csX77" fmla="*/ 1174190 w 2838684"/>
              <a:gd name="csY77" fmla="*/ 750094 h 1085850"/>
              <a:gd name="csX78" fmla="*/ 1209909 w 2838684"/>
              <a:gd name="csY78" fmla="*/ 771525 h 1085850"/>
              <a:gd name="csX79" fmla="*/ 1295634 w 2838684"/>
              <a:gd name="csY79" fmla="*/ 800100 h 1085850"/>
              <a:gd name="csX80" fmla="*/ 1374215 w 2838684"/>
              <a:gd name="csY80" fmla="*/ 835819 h 1085850"/>
              <a:gd name="csX81" fmla="*/ 1445653 w 2838684"/>
              <a:gd name="csY81" fmla="*/ 864394 h 1085850"/>
              <a:gd name="csX82" fmla="*/ 1495659 w 2838684"/>
              <a:gd name="csY82" fmla="*/ 878681 h 1085850"/>
              <a:gd name="csX83" fmla="*/ 1574240 w 2838684"/>
              <a:gd name="csY83" fmla="*/ 907256 h 1085850"/>
              <a:gd name="csX84" fmla="*/ 1595672 w 2838684"/>
              <a:gd name="csY84" fmla="*/ 914400 h 1085850"/>
              <a:gd name="csX85" fmla="*/ 1652822 w 2838684"/>
              <a:gd name="csY85" fmla="*/ 928688 h 1085850"/>
              <a:gd name="csX86" fmla="*/ 1688540 w 2838684"/>
              <a:gd name="csY86" fmla="*/ 942975 h 1085850"/>
              <a:gd name="csX87" fmla="*/ 1724259 w 2838684"/>
              <a:gd name="csY87" fmla="*/ 950119 h 1085850"/>
              <a:gd name="csX88" fmla="*/ 1788553 w 2838684"/>
              <a:gd name="csY88" fmla="*/ 964406 h 1085850"/>
              <a:gd name="csX89" fmla="*/ 1831415 w 2838684"/>
              <a:gd name="csY89" fmla="*/ 978694 h 1085850"/>
              <a:gd name="csX90" fmla="*/ 1888565 w 2838684"/>
              <a:gd name="csY90" fmla="*/ 992981 h 1085850"/>
              <a:gd name="csX91" fmla="*/ 1917140 w 2838684"/>
              <a:gd name="csY91" fmla="*/ 1007269 h 1085850"/>
              <a:gd name="csX92" fmla="*/ 2017153 w 2838684"/>
              <a:gd name="csY92" fmla="*/ 1028700 h 1085850"/>
              <a:gd name="csX93" fmla="*/ 2052872 w 2838684"/>
              <a:gd name="csY93" fmla="*/ 1042988 h 1085850"/>
              <a:gd name="csX94" fmla="*/ 2145740 w 2838684"/>
              <a:gd name="csY94" fmla="*/ 1057275 h 1085850"/>
              <a:gd name="csX95" fmla="*/ 2245753 w 2838684"/>
              <a:gd name="csY95" fmla="*/ 1071563 h 1085850"/>
              <a:gd name="csX96" fmla="*/ 2274328 w 2838684"/>
              <a:gd name="csY96" fmla="*/ 1078706 h 1085850"/>
              <a:gd name="csX97" fmla="*/ 2367197 w 2838684"/>
              <a:gd name="csY97" fmla="*/ 1085850 h 1085850"/>
              <a:gd name="csX98" fmla="*/ 2588653 w 2838684"/>
              <a:gd name="csY98" fmla="*/ 1078706 h 1085850"/>
              <a:gd name="csX99" fmla="*/ 2610084 w 2838684"/>
              <a:gd name="csY99" fmla="*/ 1071563 h 1085850"/>
              <a:gd name="csX100" fmla="*/ 2667234 w 2838684"/>
              <a:gd name="csY100" fmla="*/ 1057275 h 1085850"/>
              <a:gd name="csX101" fmla="*/ 2688665 w 2838684"/>
              <a:gd name="csY101" fmla="*/ 1050131 h 1085850"/>
              <a:gd name="csX102" fmla="*/ 2752959 w 2838684"/>
              <a:gd name="csY102" fmla="*/ 1035844 h 1085850"/>
              <a:gd name="csX103" fmla="*/ 2774390 w 2838684"/>
              <a:gd name="csY103" fmla="*/ 1028700 h 1085850"/>
              <a:gd name="csX104" fmla="*/ 2817253 w 2838684"/>
              <a:gd name="csY104" fmla="*/ 992981 h 1085850"/>
              <a:gd name="csX105" fmla="*/ 2824397 w 2838684"/>
              <a:gd name="csY105" fmla="*/ 971550 h 1085850"/>
              <a:gd name="csX106" fmla="*/ 2838684 w 2838684"/>
              <a:gd name="csY106" fmla="*/ 914400 h 1085850"/>
              <a:gd name="csX107" fmla="*/ 2831540 w 2838684"/>
              <a:gd name="csY107" fmla="*/ 735806 h 1085850"/>
              <a:gd name="csX108" fmla="*/ 2824397 w 2838684"/>
              <a:gd name="csY108" fmla="*/ 707231 h 1085850"/>
              <a:gd name="csX109" fmla="*/ 2802965 w 2838684"/>
              <a:gd name="csY109" fmla="*/ 614363 h 1085850"/>
              <a:gd name="csX110" fmla="*/ 2788678 w 2838684"/>
              <a:gd name="csY110" fmla="*/ 550069 h 1085850"/>
              <a:gd name="csX111" fmla="*/ 2774390 w 2838684"/>
              <a:gd name="csY111" fmla="*/ 492919 h 1085850"/>
              <a:gd name="csX112" fmla="*/ 2752959 w 2838684"/>
              <a:gd name="csY112" fmla="*/ 307181 h 1085850"/>
              <a:gd name="csX113" fmla="*/ 2745815 w 2838684"/>
              <a:gd name="csY113" fmla="*/ 207169 h 1085850"/>
              <a:gd name="csX114" fmla="*/ 2752959 w 2838684"/>
              <a:gd name="csY114" fmla="*/ 128588 h 1085850"/>
              <a:gd name="csX115" fmla="*/ 2760103 w 2838684"/>
              <a:gd name="csY115" fmla="*/ 100013 h 1085850"/>
              <a:gd name="csX116" fmla="*/ 2774390 w 2838684"/>
              <a:gd name="csY116" fmla="*/ 57150 h 1085850"/>
              <a:gd name="csX117" fmla="*/ 2774390 w 2838684"/>
              <a:gd name="csY117" fmla="*/ 0 h 10858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</a:cxnLst>
            <a:rect l="l" t="t" r="r" b="b"/>
            <a:pathLst>
              <a:path w="2838684" h="1085850">
                <a:moveTo>
                  <a:pt x="2774390" y="0"/>
                </a:moveTo>
                <a:cubicBezTo>
                  <a:pt x="2725185" y="32805"/>
                  <a:pt x="2785021" y="-9111"/>
                  <a:pt x="2724384" y="42863"/>
                </a:cubicBezTo>
                <a:cubicBezTo>
                  <a:pt x="2687062" y="74853"/>
                  <a:pt x="2698802" y="38374"/>
                  <a:pt x="2652947" y="107156"/>
                </a:cubicBezTo>
                <a:cubicBezTo>
                  <a:pt x="2648184" y="114300"/>
                  <a:pt x="2644730" y="122517"/>
                  <a:pt x="2638659" y="128588"/>
                </a:cubicBezTo>
                <a:cubicBezTo>
                  <a:pt x="2627877" y="139370"/>
                  <a:pt x="2613722" y="146381"/>
                  <a:pt x="2602940" y="157163"/>
                </a:cubicBezTo>
                <a:cubicBezTo>
                  <a:pt x="2594521" y="165582"/>
                  <a:pt x="2589928" y="177319"/>
                  <a:pt x="2581509" y="185738"/>
                </a:cubicBezTo>
                <a:cubicBezTo>
                  <a:pt x="2569834" y="197413"/>
                  <a:pt x="2545701" y="211314"/>
                  <a:pt x="2531503" y="221456"/>
                </a:cubicBezTo>
                <a:cubicBezTo>
                  <a:pt x="2521814" y="228377"/>
                  <a:pt x="2513266" y="236981"/>
                  <a:pt x="2502928" y="242888"/>
                </a:cubicBezTo>
                <a:cubicBezTo>
                  <a:pt x="2496390" y="246624"/>
                  <a:pt x="2488418" y="247065"/>
                  <a:pt x="2481497" y="250031"/>
                </a:cubicBezTo>
                <a:cubicBezTo>
                  <a:pt x="2471709" y="254226"/>
                  <a:pt x="2461953" y="258675"/>
                  <a:pt x="2452922" y="264319"/>
                </a:cubicBezTo>
                <a:cubicBezTo>
                  <a:pt x="2442826" y="270629"/>
                  <a:pt x="2434755" y="279968"/>
                  <a:pt x="2424347" y="285750"/>
                </a:cubicBezTo>
                <a:cubicBezTo>
                  <a:pt x="2413137" y="291978"/>
                  <a:pt x="2400098" y="294303"/>
                  <a:pt x="2388628" y="300038"/>
                </a:cubicBezTo>
                <a:cubicBezTo>
                  <a:pt x="2376209" y="306248"/>
                  <a:pt x="2364684" y="314110"/>
                  <a:pt x="2352909" y="321469"/>
                </a:cubicBezTo>
                <a:cubicBezTo>
                  <a:pt x="2345628" y="326019"/>
                  <a:pt x="2338421" y="330706"/>
                  <a:pt x="2331478" y="335756"/>
                </a:cubicBezTo>
                <a:cubicBezTo>
                  <a:pt x="2312220" y="349762"/>
                  <a:pt x="2295627" y="367970"/>
                  <a:pt x="2274328" y="378619"/>
                </a:cubicBezTo>
                <a:cubicBezTo>
                  <a:pt x="2264803" y="383381"/>
                  <a:pt x="2254509" y="386844"/>
                  <a:pt x="2245753" y="392906"/>
                </a:cubicBezTo>
                <a:cubicBezTo>
                  <a:pt x="2223430" y="408360"/>
                  <a:pt x="2204483" y="428523"/>
                  <a:pt x="2181459" y="442913"/>
                </a:cubicBezTo>
                <a:cubicBezTo>
                  <a:pt x="2109743" y="487735"/>
                  <a:pt x="2143004" y="466167"/>
                  <a:pt x="2081447" y="507206"/>
                </a:cubicBezTo>
                <a:lnTo>
                  <a:pt x="2017153" y="550069"/>
                </a:lnTo>
                <a:cubicBezTo>
                  <a:pt x="2010009" y="554831"/>
                  <a:pt x="2003867" y="561641"/>
                  <a:pt x="1995722" y="564356"/>
                </a:cubicBezTo>
                <a:lnTo>
                  <a:pt x="1974290" y="571500"/>
                </a:lnTo>
                <a:cubicBezTo>
                  <a:pt x="1925341" y="604134"/>
                  <a:pt x="1986041" y="564157"/>
                  <a:pt x="1917140" y="607219"/>
                </a:cubicBezTo>
                <a:cubicBezTo>
                  <a:pt x="1909859" y="611769"/>
                  <a:pt x="1903388" y="617666"/>
                  <a:pt x="1895709" y="621506"/>
                </a:cubicBezTo>
                <a:cubicBezTo>
                  <a:pt x="1884239" y="627241"/>
                  <a:pt x="1871997" y="631291"/>
                  <a:pt x="1859990" y="635794"/>
                </a:cubicBezTo>
                <a:cubicBezTo>
                  <a:pt x="1852939" y="638438"/>
                  <a:pt x="1845294" y="639570"/>
                  <a:pt x="1838559" y="642938"/>
                </a:cubicBezTo>
                <a:cubicBezTo>
                  <a:pt x="1830880" y="646778"/>
                  <a:pt x="1825019" y="653843"/>
                  <a:pt x="1817128" y="657225"/>
                </a:cubicBezTo>
                <a:cubicBezTo>
                  <a:pt x="1808104" y="661093"/>
                  <a:pt x="1797957" y="661548"/>
                  <a:pt x="1788553" y="664369"/>
                </a:cubicBezTo>
                <a:cubicBezTo>
                  <a:pt x="1774128" y="668697"/>
                  <a:pt x="1759978" y="673894"/>
                  <a:pt x="1745690" y="678656"/>
                </a:cubicBezTo>
                <a:cubicBezTo>
                  <a:pt x="1738546" y="681037"/>
                  <a:pt x="1731687" y="684562"/>
                  <a:pt x="1724259" y="685800"/>
                </a:cubicBezTo>
                <a:cubicBezTo>
                  <a:pt x="1709972" y="688181"/>
                  <a:pt x="1695600" y="690103"/>
                  <a:pt x="1681397" y="692944"/>
                </a:cubicBezTo>
                <a:cubicBezTo>
                  <a:pt x="1671770" y="694870"/>
                  <a:pt x="1662262" y="697391"/>
                  <a:pt x="1652822" y="700088"/>
                </a:cubicBezTo>
                <a:cubicBezTo>
                  <a:pt x="1626054" y="707736"/>
                  <a:pt x="1633508" y="708794"/>
                  <a:pt x="1602815" y="714375"/>
                </a:cubicBezTo>
                <a:cubicBezTo>
                  <a:pt x="1541222" y="725574"/>
                  <a:pt x="1500844" y="724576"/>
                  <a:pt x="1431365" y="728663"/>
                </a:cubicBezTo>
                <a:cubicBezTo>
                  <a:pt x="1240865" y="726282"/>
                  <a:pt x="1050228" y="729134"/>
                  <a:pt x="859865" y="721519"/>
                </a:cubicBezTo>
                <a:cubicBezTo>
                  <a:pt x="811746" y="719594"/>
                  <a:pt x="764588" y="707411"/>
                  <a:pt x="716990" y="700088"/>
                </a:cubicBezTo>
                <a:cubicBezTo>
                  <a:pt x="631285" y="686903"/>
                  <a:pt x="714206" y="699176"/>
                  <a:pt x="638409" y="685800"/>
                </a:cubicBezTo>
                <a:cubicBezTo>
                  <a:pt x="573168" y="674287"/>
                  <a:pt x="567485" y="675195"/>
                  <a:pt x="516965" y="664369"/>
                </a:cubicBezTo>
                <a:cubicBezTo>
                  <a:pt x="495499" y="659769"/>
                  <a:pt x="473885" y="655738"/>
                  <a:pt x="452672" y="650081"/>
                </a:cubicBezTo>
                <a:cubicBezTo>
                  <a:pt x="438120" y="646200"/>
                  <a:pt x="424097" y="640556"/>
                  <a:pt x="409809" y="635794"/>
                </a:cubicBezTo>
                <a:cubicBezTo>
                  <a:pt x="383361" y="626978"/>
                  <a:pt x="356615" y="618936"/>
                  <a:pt x="331228" y="607219"/>
                </a:cubicBezTo>
                <a:cubicBezTo>
                  <a:pt x="311890" y="598294"/>
                  <a:pt x="291117" y="591423"/>
                  <a:pt x="274078" y="578644"/>
                </a:cubicBezTo>
                <a:cubicBezTo>
                  <a:pt x="264553" y="571500"/>
                  <a:pt x="254313" y="565222"/>
                  <a:pt x="245503" y="557213"/>
                </a:cubicBezTo>
                <a:cubicBezTo>
                  <a:pt x="228060" y="541356"/>
                  <a:pt x="214356" y="521350"/>
                  <a:pt x="195497" y="507206"/>
                </a:cubicBezTo>
                <a:cubicBezTo>
                  <a:pt x="185972" y="500062"/>
                  <a:pt x="175962" y="493523"/>
                  <a:pt x="166922" y="485775"/>
                </a:cubicBezTo>
                <a:cubicBezTo>
                  <a:pt x="159251" y="479200"/>
                  <a:pt x="153465" y="470547"/>
                  <a:pt x="145490" y="464344"/>
                </a:cubicBezTo>
                <a:cubicBezTo>
                  <a:pt x="131936" y="453802"/>
                  <a:pt x="116915" y="445294"/>
                  <a:pt x="102628" y="435769"/>
                </a:cubicBezTo>
                <a:lnTo>
                  <a:pt x="81197" y="421481"/>
                </a:lnTo>
                <a:lnTo>
                  <a:pt x="59765" y="407194"/>
                </a:lnTo>
                <a:cubicBezTo>
                  <a:pt x="55003" y="400050"/>
                  <a:pt x="50974" y="392359"/>
                  <a:pt x="45478" y="385763"/>
                </a:cubicBezTo>
                <a:cubicBezTo>
                  <a:pt x="-364" y="330750"/>
                  <a:pt x="45238" y="396115"/>
                  <a:pt x="9759" y="342900"/>
                </a:cubicBezTo>
                <a:cubicBezTo>
                  <a:pt x="937" y="281147"/>
                  <a:pt x="-6871" y="250654"/>
                  <a:pt x="9759" y="178594"/>
                </a:cubicBezTo>
                <a:cubicBezTo>
                  <a:pt x="11690" y="170228"/>
                  <a:pt x="18550" y="193429"/>
                  <a:pt x="24047" y="200025"/>
                </a:cubicBezTo>
                <a:cubicBezTo>
                  <a:pt x="30515" y="207786"/>
                  <a:pt x="37257" y="215584"/>
                  <a:pt x="45478" y="221456"/>
                </a:cubicBezTo>
                <a:cubicBezTo>
                  <a:pt x="57531" y="230065"/>
                  <a:pt x="80395" y="238773"/>
                  <a:pt x="95484" y="242888"/>
                </a:cubicBezTo>
                <a:cubicBezTo>
                  <a:pt x="114428" y="248055"/>
                  <a:pt x="133584" y="252413"/>
                  <a:pt x="152634" y="257175"/>
                </a:cubicBezTo>
                <a:cubicBezTo>
                  <a:pt x="162159" y="259556"/>
                  <a:pt x="172093" y="260673"/>
                  <a:pt x="181209" y="264319"/>
                </a:cubicBezTo>
                <a:cubicBezTo>
                  <a:pt x="193115" y="269081"/>
                  <a:pt x="204645" y="274921"/>
                  <a:pt x="216928" y="278606"/>
                </a:cubicBezTo>
                <a:cubicBezTo>
                  <a:pt x="228558" y="282095"/>
                  <a:pt x="240794" y="283116"/>
                  <a:pt x="252647" y="285750"/>
                </a:cubicBezTo>
                <a:cubicBezTo>
                  <a:pt x="343457" y="305931"/>
                  <a:pt x="209197" y="278488"/>
                  <a:pt x="316940" y="300038"/>
                </a:cubicBezTo>
                <a:cubicBezTo>
                  <a:pt x="324084" y="304800"/>
                  <a:pt x="330480" y="310943"/>
                  <a:pt x="338372" y="314325"/>
                </a:cubicBezTo>
                <a:cubicBezTo>
                  <a:pt x="370415" y="328057"/>
                  <a:pt x="360576" y="314712"/>
                  <a:pt x="388378" y="328613"/>
                </a:cubicBezTo>
                <a:cubicBezTo>
                  <a:pt x="396057" y="332453"/>
                  <a:pt x="402130" y="339060"/>
                  <a:pt x="409809" y="342900"/>
                </a:cubicBezTo>
                <a:cubicBezTo>
                  <a:pt x="447903" y="361947"/>
                  <a:pt x="415228" y="334606"/>
                  <a:pt x="459815" y="364331"/>
                </a:cubicBezTo>
                <a:cubicBezTo>
                  <a:pt x="479628" y="377540"/>
                  <a:pt x="494374" y="399664"/>
                  <a:pt x="516965" y="407194"/>
                </a:cubicBezTo>
                <a:cubicBezTo>
                  <a:pt x="537798" y="414138"/>
                  <a:pt x="546796" y="416015"/>
                  <a:pt x="566972" y="428625"/>
                </a:cubicBezTo>
                <a:cubicBezTo>
                  <a:pt x="616401" y="459518"/>
                  <a:pt x="574872" y="443164"/>
                  <a:pt x="616978" y="457200"/>
                </a:cubicBezTo>
                <a:cubicBezTo>
                  <a:pt x="727342" y="539974"/>
                  <a:pt x="628886" y="473870"/>
                  <a:pt x="709847" y="514350"/>
                </a:cubicBezTo>
                <a:cubicBezTo>
                  <a:pt x="807182" y="563017"/>
                  <a:pt x="690375" y="509348"/>
                  <a:pt x="774140" y="557213"/>
                </a:cubicBezTo>
                <a:cubicBezTo>
                  <a:pt x="780678" y="560949"/>
                  <a:pt x="788837" y="560988"/>
                  <a:pt x="795572" y="564356"/>
                </a:cubicBezTo>
                <a:cubicBezTo>
                  <a:pt x="807991" y="570566"/>
                  <a:pt x="819152" y="579045"/>
                  <a:pt x="831290" y="585788"/>
                </a:cubicBezTo>
                <a:cubicBezTo>
                  <a:pt x="840599" y="590960"/>
                  <a:pt x="850619" y="594792"/>
                  <a:pt x="859865" y="600075"/>
                </a:cubicBezTo>
                <a:cubicBezTo>
                  <a:pt x="867320" y="604335"/>
                  <a:pt x="873617" y="610523"/>
                  <a:pt x="881297" y="614363"/>
                </a:cubicBezTo>
                <a:cubicBezTo>
                  <a:pt x="888032" y="617730"/>
                  <a:pt x="895873" y="618390"/>
                  <a:pt x="902728" y="621506"/>
                </a:cubicBezTo>
                <a:cubicBezTo>
                  <a:pt x="922118" y="630319"/>
                  <a:pt x="940828" y="640556"/>
                  <a:pt x="959878" y="650081"/>
                </a:cubicBezTo>
                <a:lnTo>
                  <a:pt x="1045603" y="692944"/>
                </a:lnTo>
                <a:lnTo>
                  <a:pt x="1074178" y="707231"/>
                </a:lnTo>
                <a:cubicBezTo>
                  <a:pt x="1083703" y="711994"/>
                  <a:pt x="1092865" y="717564"/>
                  <a:pt x="1102753" y="721519"/>
                </a:cubicBezTo>
                <a:cubicBezTo>
                  <a:pt x="1126565" y="731044"/>
                  <a:pt x="1152198" y="736899"/>
                  <a:pt x="1174190" y="750094"/>
                </a:cubicBezTo>
                <a:cubicBezTo>
                  <a:pt x="1186096" y="757238"/>
                  <a:pt x="1197070" y="766238"/>
                  <a:pt x="1209909" y="771525"/>
                </a:cubicBezTo>
                <a:cubicBezTo>
                  <a:pt x="1237761" y="782993"/>
                  <a:pt x="1269806" y="784603"/>
                  <a:pt x="1295634" y="800100"/>
                </a:cubicBezTo>
                <a:cubicBezTo>
                  <a:pt x="1353832" y="835018"/>
                  <a:pt x="1307806" y="810915"/>
                  <a:pt x="1374215" y="835819"/>
                </a:cubicBezTo>
                <a:cubicBezTo>
                  <a:pt x="1398229" y="844824"/>
                  <a:pt x="1420772" y="858173"/>
                  <a:pt x="1445653" y="864394"/>
                </a:cubicBezTo>
                <a:cubicBezTo>
                  <a:pt x="1468161" y="870021"/>
                  <a:pt x="1475170" y="870998"/>
                  <a:pt x="1495659" y="878681"/>
                </a:cubicBezTo>
                <a:cubicBezTo>
                  <a:pt x="1575203" y="908510"/>
                  <a:pt x="1484166" y="877232"/>
                  <a:pt x="1574240" y="907256"/>
                </a:cubicBezTo>
                <a:cubicBezTo>
                  <a:pt x="1581384" y="909637"/>
                  <a:pt x="1588366" y="912574"/>
                  <a:pt x="1595672" y="914400"/>
                </a:cubicBezTo>
                <a:cubicBezTo>
                  <a:pt x="1614722" y="919163"/>
                  <a:pt x="1634590" y="921395"/>
                  <a:pt x="1652822" y="928688"/>
                </a:cubicBezTo>
                <a:cubicBezTo>
                  <a:pt x="1664728" y="933450"/>
                  <a:pt x="1676258" y="939290"/>
                  <a:pt x="1688540" y="942975"/>
                </a:cubicBezTo>
                <a:cubicBezTo>
                  <a:pt x="1700170" y="946464"/>
                  <a:pt x="1712479" y="947174"/>
                  <a:pt x="1724259" y="950119"/>
                </a:cubicBezTo>
                <a:cubicBezTo>
                  <a:pt x="1794595" y="967704"/>
                  <a:pt x="1670623" y="944753"/>
                  <a:pt x="1788553" y="964406"/>
                </a:cubicBezTo>
                <a:cubicBezTo>
                  <a:pt x="1802840" y="969169"/>
                  <a:pt x="1816804" y="975041"/>
                  <a:pt x="1831415" y="978694"/>
                </a:cubicBezTo>
                <a:lnTo>
                  <a:pt x="1888565" y="992981"/>
                </a:lnTo>
                <a:cubicBezTo>
                  <a:pt x="1898090" y="997744"/>
                  <a:pt x="1907037" y="1003901"/>
                  <a:pt x="1917140" y="1007269"/>
                </a:cubicBezTo>
                <a:cubicBezTo>
                  <a:pt x="1952737" y="1019135"/>
                  <a:pt x="1981186" y="1022705"/>
                  <a:pt x="2017153" y="1028700"/>
                </a:cubicBezTo>
                <a:cubicBezTo>
                  <a:pt x="2029059" y="1033463"/>
                  <a:pt x="2040589" y="1039303"/>
                  <a:pt x="2052872" y="1042988"/>
                </a:cubicBezTo>
                <a:cubicBezTo>
                  <a:pt x="2076242" y="1049999"/>
                  <a:pt x="2125833" y="1054787"/>
                  <a:pt x="2145740" y="1057275"/>
                </a:cubicBezTo>
                <a:cubicBezTo>
                  <a:pt x="2197351" y="1074479"/>
                  <a:pt x="2141417" y="1057652"/>
                  <a:pt x="2245753" y="1071563"/>
                </a:cubicBezTo>
                <a:cubicBezTo>
                  <a:pt x="2255485" y="1072861"/>
                  <a:pt x="2264577" y="1077559"/>
                  <a:pt x="2274328" y="1078706"/>
                </a:cubicBezTo>
                <a:cubicBezTo>
                  <a:pt x="2305163" y="1082334"/>
                  <a:pt x="2336241" y="1083469"/>
                  <a:pt x="2367197" y="1085850"/>
                </a:cubicBezTo>
                <a:cubicBezTo>
                  <a:pt x="2441016" y="1083469"/>
                  <a:pt x="2514923" y="1083043"/>
                  <a:pt x="2588653" y="1078706"/>
                </a:cubicBezTo>
                <a:cubicBezTo>
                  <a:pt x="2596170" y="1078264"/>
                  <a:pt x="2602819" y="1073544"/>
                  <a:pt x="2610084" y="1071563"/>
                </a:cubicBezTo>
                <a:cubicBezTo>
                  <a:pt x="2629028" y="1066396"/>
                  <a:pt x="2648605" y="1063485"/>
                  <a:pt x="2667234" y="1057275"/>
                </a:cubicBezTo>
                <a:cubicBezTo>
                  <a:pt x="2674378" y="1054894"/>
                  <a:pt x="2681360" y="1051957"/>
                  <a:pt x="2688665" y="1050131"/>
                </a:cubicBezTo>
                <a:cubicBezTo>
                  <a:pt x="2747596" y="1035399"/>
                  <a:pt x="2701620" y="1050513"/>
                  <a:pt x="2752959" y="1035844"/>
                </a:cubicBezTo>
                <a:cubicBezTo>
                  <a:pt x="2760199" y="1033775"/>
                  <a:pt x="2767655" y="1032068"/>
                  <a:pt x="2774390" y="1028700"/>
                </a:cubicBezTo>
                <a:cubicBezTo>
                  <a:pt x="2794285" y="1018753"/>
                  <a:pt x="2801451" y="1008784"/>
                  <a:pt x="2817253" y="992981"/>
                </a:cubicBezTo>
                <a:cubicBezTo>
                  <a:pt x="2819634" y="985837"/>
                  <a:pt x="2822416" y="978815"/>
                  <a:pt x="2824397" y="971550"/>
                </a:cubicBezTo>
                <a:cubicBezTo>
                  <a:pt x="2829564" y="952606"/>
                  <a:pt x="2838684" y="914400"/>
                  <a:pt x="2838684" y="914400"/>
                </a:cubicBezTo>
                <a:cubicBezTo>
                  <a:pt x="2836303" y="854869"/>
                  <a:pt x="2835639" y="795244"/>
                  <a:pt x="2831540" y="735806"/>
                </a:cubicBezTo>
                <a:cubicBezTo>
                  <a:pt x="2830865" y="726011"/>
                  <a:pt x="2826527" y="716815"/>
                  <a:pt x="2824397" y="707231"/>
                </a:cubicBezTo>
                <a:cubicBezTo>
                  <a:pt x="2802412" y="608298"/>
                  <a:pt x="2837971" y="754387"/>
                  <a:pt x="2802965" y="614363"/>
                </a:cubicBezTo>
                <a:cubicBezTo>
                  <a:pt x="2778213" y="515355"/>
                  <a:pt x="2815883" y="667953"/>
                  <a:pt x="2788678" y="550069"/>
                </a:cubicBezTo>
                <a:cubicBezTo>
                  <a:pt x="2784262" y="530936"/>
                  <a:pt x="2774390" y="492919"/>
                  <a:pt x="2774390" y="492919"/>
                </a:cubicBezTo>
                <a:cubicBezTo>
                  <a:pt x="2767986" y="441684"/>
                  <a:pt x="2755691" y="345431"/>
                  <a:pt x="2752959" y="307181"/>
                </a:cubicBezTo>
                <a:lnTo>
                  <a:pt x="2745815" y="207169"/>
                </a:lnTo>
                <a:cubicBezTo>
                  <a:pt x="2748196" y="180975"/>
                  <a:pt x="2749483" y="154659"/>
                  <a:pt x="2752959" y="128588"/>
                </a:cubicBezTo>
                <a:cubicBezTo>
                  <a:pt x="2754257" y="118856"/>
                  <a:pt x="2757282" y="109417"/>
                  <a:pt x="2760103" y="100013"/>
                </a:cubicBezTo>
                <a:cubicBezTo>
                  <a:pt x="2764431" y="85588"/>
                  <a:pt x="2774390" y="72210"/>
                  <a:pt x="2774390" y="57150"/>
                </a:cubicBezTo>
                <a:lnTo>
                  <a:pt x="277439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22943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BBBA2-D064-C47A-B8C1-A98A3626A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群組 6">
            <a:extLst>
              <a:ext uri="{FF2B5EF4-FFF2-40B4-BE49-F238E27FC236}">
                <a16:creationId xmlns:a16="http://schemas.microsoft.com/office/drawing/2014/main" id="{A810EFA0-3A81-E7A5-F9BF-A367BD75B424}"/>
              </a:ext>
            </a:extLst>
          </p:cNvPr>
          <p:cNvGrpSpPr/>
          <p:nvPr/>
        </p:nvGrpSpPr>
        <p:grpSpPr>
          <a:xfrm>
            <a:off x="5564372" y="1531088"/>
            <a:ext cx="3494568" cy="4033284"/>
            <a:chOff x="5564372" y="1531088"/>
            <a:chExt cx="3494568" cy="4033284"/>
          </a:xfrm>
          <a:solidFill>
            <a:schemeClr val="bg1">
              <a:lumMod val="95000"/>
            </a:schemeClr>
          </a:solidFill>
        </p:grpSpPr>
        <p:sp>
          <p:nvSpPr>
            <p:cNvPr id="5" name="手繪多邊形 4">
              <a:extLst>
                <a:ext uri="{FF2B5EF4-FFF2-40B4-BE49-F238E27FC236}">
                  <a16:creationId xmlns:a16="http://schemas.microsoft.com/office/drawing/2014/main" id="{4EFFF316-684D-DA28-7936-E8CA1E317AFC}"/>
                </a:ext>
              </a:extLst>
            </p:cNvPr>
            <p:cNvSpPr/>
            <p:nvPr/>
          </p:nvSpPr>
          <p:spPr>
            <a:xfrm>
              <a:off x="5564372" y="1531088"/>
              <a:ext cx="3494568" cy="2977117"/>
            </a:xfrm>
            <a:custGeom>
              <a:avLst/>
              <a:gdLst>
                <a:gd name="csX0" fmla="*/ 70884 w 3494568"/>
                <a:gd name="csY0" fmla="*/ 836428 h 2977117"/>
                <a:gd name="csX1" fmla="*/ 120502 w 3494568"/>
                <a:gd name="csY1" fmla="*/ 843517 h 2977117"/>
                <a:gd name="csX2" fmla="*/ 198475 w 3494568"/>
                <a:gd name="csY2" fmla="*/ 822252 h 2977117"/>
                <a:gd name="csX3" fmla="*/ 233916 w 3494568"/>
                <a:gd name="csY3" fmla="*/ 815163 h 2977117"/>
                <a:gd name="csX4" fmla="*/ 262270 w 3494568"/>
                <a:gd name="csY4" fmla="*/ 808075 h 2977117"/>
                <a:gd name="csX5" fmla="*/ 304800 w 3494568"/>
                <a:gd name="csY5" fmla="*/ 786810 h 2977117"/>
                <a:gd name="csX6" fmla="*/ 361507 w 3494568"/>
                <a:gd name="csY6" fmla="*/ 765545 h 2977117"/>
                <a:gd name="csX7" fmla="*/ 411126 w 3494568"/>
                <a:gd name="csY7" fmla="*/ 744279 h 2977117"/>
                <a:gd name="csX8" fmla="*/ 439479 w 3494568"/>
                <a:gd name="csY8" fmla="*/ 730103 h 2977117"/>
                <a:gd name="csX9" fmla="*/ 467833 w 3494568"/>
                <a:gd name="csY9" fmla="*/ 723014 h 2977117"/>
                <a:gd name="csX10" fmla="*/ 489098 w 3494568"/>
                <a:gd name="csY10" fmla="*/ 715926 h 2977117"/>
                <a:gd name="csX11" fmla="*/ 524540 w 3494568"/>
                <a:gd name="csY11" fmla="*/ 701749 h 2977117"/>
                <a:gd name="csX12" fmla="*/ 581247 w 3494568"/>
                <a:gd name="csY12" fmla="*/ 687572 h 2977117"/>
                <a:gd name="csX13" fmla="*/ 602512 w 3494568"/>
                <a:gd name="csY13" fmla="*/ 673396 h 2977117"/>
                <a:gd name="csX14" fmla="*/ 645042 w 3494568"/>
                <a:gd name="csY14" fmla="*/ 659219 h 2977117"/>
                <a:gd name="csX15" fmla="*/ 708837 w 3494568"/>
                <a:gd name="csY15" fmla="*/ 616689 h 2977117"/>
                <a:gd name="csX16" fmla="*/ 730102 w 3494568"/>
                <a:gd name="csY16" fmla="*/ 602512 h 2977117"/>
                <a:gd name="csX17" fmla="*/ 751368 w 3494568"/>
                <a:gd name="csY17" fmla="*/ 595424 h 2977117"/>
                <a:gd name="csX18" fmla="*/ 815163 w 3494568"/>
                <a:gd name="csY18" fmla="*/ 531628 h 2977117"/>
                <a:gd name="csX19" fmla="*/ 843516 w 3494568"/>
                <a:gd name="csY19" fmla="*/ 503275 h 2977117"/>
                <a:gd name="csX20" fmla="*/ 878958 w 3494568"/>
                <a:gd name="csY20" fmla="*/ 453656 h 2977117"/>
                <a:gd name="csX21" fmla="*/ 900223 w 3494568"/>
                <a:gd name="csY21" fmla="*/ 432391 h 2977117"/>
                <a:gd name="csX22" fmla="*/ 921488 w 3494568"/>
                <a:gd name="csY22" fmla="*/ 404038 h 2977117"/>
                <a:gd name="csX23" fmla="*/ 942754 w 3494568"/>
                <a:gd name="csY23" fmla="*/ 382772 h 2977117"/>
                <a:gd name="csX24" fmla="*/ 978195 w 3494568"/>
                <a:gd name="csY24" fmla="*/ 340242 h 2977117"/>
                <a:gd name="csX25" fmla="*/ 1006549 w 3494568"/>
                <a:gd name="csY25" fmla="*/ 318977 h 2977117"/>
                <a:gd name="csX26" fmla="*/ 1027814 w 3494568"/>
                <a:gd name="csY26" fmla="*/ 297712 h 2977117"/>
                <a:gd name="csX27" fmla="*/ 1056168 w 3494568"/>
                <a:gd name="csY27" fmla="*/ 283535 h 2977117"/>
                <a:gd name="csX28" fmla="*/ 1077433 w 3494568"/>
                <a:gd name="csY28" fmla="*/ 262270 h 2977117"/>
                <a:gd name="csX29" fmla="*/ 1112875 w 3494568"/>
                <a:gd name="csY29" fmla="*/ 241005 h 2977117"/>
                <a:gd name="csX30" fmla="*/ 1162493 w 3494568"/>
                <a:gd name="csY30" fmla="*/ 212652 h 2977117"/>
                <a:gd name="csX31" fmla="*/ 1233377 w 3494568"/>
                <a:gd name="csY31" fmla="*/ 177210 h 2977117"/>
                <a:gd name="csX32" fmla="*/ 1332614 w 3494568"/>
                <a:gd name="csY32" fmla="*/ 134679 h 2977117"/>
                <a:gd name="csX33" fmla="*/ 1368056 w 3494568"/>
                <a:gd name="csY33" fmla="*/ 120503 h 2977117"/>
                <a:gd name="csX34" fmla="*/ 1424763 w 3494568"/>
                <a:gd name="csY34" fmla="*/ 106326 h 2977117"/>
                <a:gd name="csX35" fmla="*/ 1467293 w 3494568"/>
                <a:gd name="csY35" fmla="*/ 85061 h 2977117"/>
                <a:gd name="csX36" fmla="*/ 1495647 w 3494568"/>
                <a:gd name="csY36" fmla="*/ 70884 h 2977117"/>
                <a:gd name="csX37" fmla="*/ 1524000 w 3494568"/>
                <a:gd name="csY37" fmla="*/ 63796 h 2977117"/>
                <a:gd name="csX38" fmla="*/ 1594884 w 3494568"/>
                <a:gd name="csY38" fmla="*/ 42531 h 2977117"/>
                <a:gd name="csX39" fmla="*/ 1658679 w 3494568"/>
                <a:gd name="csY39" fmla="*/ 35442 h 2977117"/>
                <a:gd name="csX40" fmla="*/ 1694121 w 3494568"/>
                <a:gd name="csY40" fmla="*/ 28354 h 2977117"/>
                <a:gd name="csX41" fmla="*/ 1842977 w 3494568"/>
                <a:gd name="csY41" fmla="*/ 14177 h 2977117"/>
                <a:gd name="csX42" fmla="*/ 1906772 w 3494568"/>
                <a:gd name="csY42" fmla="*/ 7089 h 2977117"/>
                <a:gd name="csX43" fmla="*/ 2424223 w 3494568"/>
                <a:gd name="csY43" fmla="*/ 14177 h 2977117"/>
                <a:gd name="csX44" fmla="*/ 2466754 w 3494568"/>
                <a:gd name="csY44" fmla="*/ 28354 h 2977117"/>
                <a:gd name="csX45" fmla="*/ 2530549 w 3494568"/>
                <a:gd name="csY45" fmla="*/ 49619 h 2977117"/>
                <a:gd name="csX46" fmla="*/ 2594344 w 3494568"/>
                <a:gd name="csY46" fmla="*/ 70884 h 2977117"/>
                <a:gd name="csX47" fmla="*/ 2615609 w 3494568"/>
                <a:gd name="csY47" fmla="*/ 77972 h 2977117"/>
                <a:gd name="csX48" fmla="*/ 2714847 w 3494568"/>
                <a:gd name="csY48" fmla="*/ 92149 h 2977117"/>
                <a:gd name="csX49" fmla="*/ 3019647 w 3494568"/>
                <a:gd name="csY49" fmla="*/ 85061 h 2977117"/>
                <a:gd name="csX50" fmla="*/ 3090530 w 3494568"/>
                <a:gd name="csY50" fmla="*/ 63796 h 2977117"/>
                <a:gd name="csX51" fmla="*/ 3111795 w 3494568"/>
                <a:gd name="csY51" fmla="*/ 56707 h 2977117"/>
                <a:gd name="csX52" fmla="*/ 3133061 w 3494568"/>
                <a:gd name="csY52" fmla="*/ 42531 h 2977117"/>
                <a:gd name="csX53" fmla="*/ 3211033 w 3494568"/>
                <a:gd name="csY53" fmla="*/ 21265 h 2977117"/>
                <a:gd name="csX54" fmla="*/ 3232298 w 3494568"/>
                <a:gd name="csY54" fmla="*/ 14177 h 2977117"/>
                <a:gd name="csX55" fmla="*/ 3281916 w 3494568"/>
                <a:gd name="csY55" fmla="*/ 7089 h 2977117"/>
                <a:gd name="csX56" fmla="*/ 3324447 w 3494568"/>
                <a:gd name="csY56" fmla="*/ 0 h 2977117"/>
                <a:gd name="csX57" fmla="*/ 3388242 w 3494568"/>
                <a:gd name="csY57" fmla="*/ 7089 h 2977117"/>
                <a:gd name="csX58" fmla="*/ 3430772 w 3494568"/>
                <a:gd name="csY58" fmla="*/ 42531 h 2977117"/>
                <a:gd name="csX59" fmla="*/ 3452037 w 3494568"/>
                <a:gd name="csY59" fmla="*/ 85061 h 2977117"/>
                <a:gd name="csX60" fmla="*/ 3459126 w 3494568"/>
                <a:gd name="csY60" fmla="*/ 106326 h 2977117"/>
                <a:gd name="csX61" fmla="*/ 3473302 w 3494568"/>
                <a:gd name="csY61" fmla="*/ 127591 h 2977117"/>
                <a:gd name="csX62" fmla="*/ 3487479 w 3494568"/>
                <a:gd name="csY62" fmla="*/ 170121 h 2977117"/>
                <a:gd name="csX63" fmla="*/ 3494568 w 3494568"/>
                <a:gd name="csY63" fmla="*/ 191386 h 2977117"/>
                <a:gd name="csX64" fmla="*/ 3487479 w 3494568"/>
                <a:gd name="csY64" fmla="*/ 241005 h 2977117"/>
                <a:gd name="csX65" fmla="*/ 3423684 w 3494568"/>
                <a:gd name="csY65" fmla="*/ 276447 h 2977117"/>
                <a:gd name="csX66" fmla="*/ 3359888 w 3494568"/>
                <a:gd name="csY66" fmla="*/ 333154 h 2977117"/>
                <a:gd name="csX67" fmla="*/ 3338623 w 3494568"/>
                <a:gd name="csY67" fmla="*/ 375684 h 2977117"/>
                <a:gd name="csX68" fmla="*/ 3324447 w 3494568"/>
                <a:gd name="csY68" fmla="*/ 396949 h 2977117"/>
                <a:gd name="csX69" fmla="*/ 3310270 w 3494568"/>
                <a:gd name="csY69" fmla="*/ 439479 h 2977117"/>
                <a:gd name="csX70" fmla="*/ 3296093 w 3494568"/>
                <a:gd name="csY70" fmla="*/ 489098 h 2977117"/>
                <a:gd name="csX71" fmla="*/ 3289005 w 3494568"/>
                <a:gd name="csY71" fmla="*/ 510363 h 2977117"/>
                <a:gd name="csX72" fmla="*/ 3274828 w 3494568"/>
                <a:gd name="csY72" fmla="*/ 574159 h 2977117"/>
                <a:gd name="csX73" fmla="*/ 3289005 w 3494568"/>
                <a:gd name="csY73" fmla="*/ 630865 h 2977117"/>
                <a:gd name="csX74" fmla="*/ 3310270 w 3494568"/>
                <a:gd name="csY74" fmla="*/ 652131 h 2977117"/>
                <a:gd name="csX75" fmla="*/ 3338623 w 3494568"/>
                <a:gd name="csY75" fmla="*/ 715926 h 2977117"/>
                <a:gd name="csX76" fmla="*/ 3345712 w 3494568"/>
                <a:gd name="csY76" fmla="*/ 744279 h 2977117"/>
                <a:gd name="csX77" fmla="*/ 3359888 w 3494568"/>
                <a:gd name="csY77" fmla="*/ 779721 h 2977117"/>
                <a:gd name="csX78" fmla="*/ 3366977 w 3494568"/>
                <a:gd name="csY78" fmla="*/ 808075 h 2977117"/>
                <a:gd name="csX79" fmla="*/ 3381154 w 3494568"/>
                <a:gd name="csY79" fmla="*/ 836428 h 2977117"/>
                <a:gd name="csX80" fmla="*/ 3395330 w 3494568"/>
                <a:gd name="csY80" fmla="*/ 878959 h 2977117"/>
                <a:gd name="csX81" fmla="*/ 3402419 w 3494568"/>
                <a:gd name="csY81" fmla="*/ 900224 h 2977117"/>
                <a:gd name="csX82" fmla="*/ 3423684 w 3494568"/>
                <a:gd name="csY82" fmla="*/ 978196 h 2977117"/>
                <a:gd name="csX83" fmla="*/ 3437861 w 3494568"/>
                <a:gd name="csY83" fmla="*/ 1056168 h 2977117"/>
                <a:gd name="csX84" fmla="*/ 3452037 w 3494568"/>
                <a:gd name="csY84" fmla="*/ 1112875 h 2977117"/>
                <a:gd name="csX85" fmla="*/ 3452037 w 3494568"/>
                <a:gd name="csY85" fmla="*/ 1516912 h 2977117"/>
                <a:gd name="csX86" fmla="*/ 3444949 w 3494568"/>
                <a:gd name="csY86" fmla="*/ 1552354 h 2977117"/>
                <a:gd name="csX87" fmla="*/ 3437861 w 3494568"/>
                <a:gd name="csY87" fmla="*/ 1609061 h 2977117"/>
                <a:gd name="csX88" fmla="*/ 3416595 w 3494568"/>
                <a:gd name="csY88" fmla="*/ 1722475 h 2977117"/>
                <a:gd name="csX89" fmla="*/ 3395330 w 3494568"/>
                <a:gd name="csY89" fmla="*/ 1850065 h 2977117"/>
                <a:gd name="csX90" fmla="*/ 3381154 w 3494568"/>
                <a:gd name="csY90" fmla="*/ 1906772 h 2977117"/>
                <a:gd name="csX91" fmla="*/ 3366977 w 3494568"/>
                <a:gd name="csY91" fmla="*/ 2055628 h 2977117"/>
                <a:gd name="csX92" fmla="*/ 3359888 w 3494568"/>
                <a:gd name="csY92" fmla="*/ 2126512 h 2977117"/>
                <a:gd name="csX93" fmla="*/ 3374065 w 3494568"/>
                <a:gd name="csY93" fmla="*/ 2083982 h 2977117"/>
                <a:gd name="csX94" fmla="*/ 3381154 w 3494568"/>
                <a:gd name="csY94" fmla="*/ 2062717 h 2977117"/>
                <a:gd name="csX95" fmla="*/ 3409507 w 3494568"/>
                <a:gd name="csY95" fmla="*/ 2126512 h 2977117"/>
                <a:gd name="csX96" fmla="*/ 3430772 w 3494568"/>
                <a:gd name="csY96" fmla="*/ 2176131 h 2977117"/>
                <a:gd name="csX97" fmla="*/ 3444949 w 3494568"/>
                <a:gd name="csY97" fmla="*/ 2225749 h 2977117"/>
                <a:gd name="csX98" fmla="*/ 3437861 w 3494568"/>
                <a:gd name="csY98" fmla="*/ 2587256 h 2977117"/>
                <a:gd name="csX99" fmla="*/ 3381154 w 3494568"/>
                <a:gd name="csY99" fmla="*/ 2629786 h 2977117"/>
                <a:gd name="csX100" fmla="*/ 3359888 w 3494568"/>
                <a:gd name="csY100" fmla="*/ 2651052 h 2977117"/>
                <a:gd name="csX101" fmla="*/ 3310270 w 3494568"/>
                <a:gd name="csY101" fmla="*/ 2679405 h 2977117"/>
                <a:gd name="csX102" fmla="*/ 3289005 w 3494568"/>
                <a:gd name="csY102" fmla="*/ 2686493 h 2977117"/>
                <a:gd name="csX103" fmla="*/ 3232298 w 3494568"/>
                <a:gd name="csY103" fmla="*/ 2714847 h 2977117"/>
                <a:gd name="csX104" fmla="*/ 3211033 w 3494568"/>
                <a:gd name="csY104" fmla="*/ 2721935 h 2977117"/>
                <a:gd name="csX105" fmla="*/ 3154326 w 3494568"/>
                <a:gd name="csY105" fmla="*/ 2736112 h 2977117"/>
                <a:gd name="csX106" fmla="*/ 3076354 w 3494568"/>
                <a:gd name="csY106" fmla="*/ 2757377 h 2977117"/>
                <a:gd name="csX107" fmla="*/ 3048000 w 3494568"/>
                <a:gd name="csY107" fmla="*/ 2764465 h 2977117"/>
                <a:gd name="csX108" fmla="*/ 2977116 w 3494568"/>
                <a:gd name="csY108" fmla="*/ 2778642 h 2977117"/>
                <a:gd name="csX109" fmla="*/ 2913321 w 3494568"/>
                <a:gd name="csY109" fmla="*/ 2792819 h 2977117"/>
                <a:gd name="csX110" fmla="*/ 2884968 w 3494568"/>
                <a:gd name="csY110" fmla="*/ 2799907 h 2977117"/>
                <a:gd name="csX111" fmla="*/ 2863702 w 3494568"/>
                <a:gd name="csY111" fmla="*/ 2806996 h 2977117"/>
                <a:gd name="csX112" fmla="*/ 2806995 w 3494568"/>
                <a:gd name="csY112" fmla="*/ 2814084 h 2977117"/>
                <a:gd name="csX113" fmla="*/ 2736112 w 3494568"/>
                <a:gd name="csY113" fmla="*/ 2828261 h 2977117"/>
                <a:gd name="csX114" fmla="*/ 2700670 w 3494568"/>
                <a:gd name="csY114" fmla="*/ 2835349 h 2977117"/>
                <a:gd name="csX115" fmla="*/ 2622698 w 3494568"/>
                <a:gd name="csY115" fmla="*/ 2849526 h 2977117"/>
                <a:gd name="csX116" fmla="*/ 2523461 w 3494568"/>
                <a:gd name="csY116" fmla="*/ 2870791 h 2977117"/>
                <a:gd name="csX117" fmla="*/ 2473842 w 3494568"/>
                <a:gd name="csY117" fmla="*/ 2884968 h 2977117"/>
                <a:gd name="csX118" fmla="*/ 2431312 w 3494568"/>
                <a:gd name="csY118" fmla="*/ 2899145 h 2977117"/>
                <a:gd name="csX119" fmla="*/ 2388781 w 3494568"/>
                <a:gd name="csY119" fmla="*/ 2906233 h 2977117"/>
                <a:gd name="csX120" fmla="*/ 2317898 w 3494568"/>
                <a:gd name="csY120" fmla="*/ 2927498 h 2977117"/>
                <a:gd name="csX121" fmla="*/ 2275368 w 3494568"/>
                <a:gd name="csY121" fmla="*/ 2941675 h 2977117"/>
                <a:gd name="csX122" fmla="*/ 2239926 w 3494568"/>
                <a:gd name="csY122" fmla="*/ 2948763 h 2977117"/>
                <a:gd name="csX123" fmla="*/ 2154865 w 3494568"/>
                <a:gd name="csY123" fmla="*/ 2962940 h 2977117"/>
                <a:gd name="csX124" fmla="*/ 2062716 w 3494568"/>
                <a:gd name="csY124" fmla="*/ 2977117 h 2977117"/>
                <a:gd name="csX125" fmla="*/ 1346791 w 3494568"/>
                <a:gd name="csY125" fmla="*/ 2962940 h 2977117"/>
                <a:gd name="csX126" fmla="*/ 1190847 w 3494568"/>
                <a:gd name="csY126" fmla="*/ 2927498 h 2977117"/>
                <a:gd name="csX127" fmla="*/ 956930 w 3494568"/>
                <a:gd name="csY127" fmla="*/ 2856614 h 2977117"/>
                <a:gd name="csX128" fmla="*/ 786809 w 3494568"/>
                <a:gd name="csY128" fmla="*/ 2778642 h 2977117"/>
                <a:gd name="csX129" fmla="*/ 701749 w 3494568"/>
                <a:gd name="csY129" fmla="*/ 2729024 h 2977117"/>
                <a:gd name="csX130" fmla="*/ 680484 w 3494568"/>
                <a:gd name="csY130" fmla="*/ 2714847 h 2977117"/>
                <a:gd name="csX131" fmla="*/ 659219 w 3494568"/>
                <a:gd name="csY131" fmla="*/ 2693582 h 2977117"/>
                <a:gd name="csX132" fmla="*/ 652130 w 3494568"/>
                <a:gd name="csY132" fmla="*/ 2658140 h 2977117"/>
                <a:gd name="csX133" fmla="*/ 637954 w 3494568"/>
                <a:gd name="csY133" fmla="*/ 2615610 h 2977117"/>
                <a:gd name="csX134" fmla="*/ 616688 w 3494568"/>
                <a:gd name="csY134" fmla="*/ 2537638 h 2977117"/>
                <a:gd name="csX135" fmla="*/ 588335 w 3494568"/>
                <a:gd name="csY135" fmla="*/ 2459665 h 2977117"/>
                <a:gd name="csX136" fmla="*/ 581247 w 3494568"/>
                <a:gd name="csY136" fmla="*/ 2438400 h 2977117"/>
                <a:gd name="csX137" fmla="*/ 574158 w 3494568"/>
                <a:gd name="csY137" fmla="*/ 2417135 h 2977117"/>
                <a:gd name="csX138" fmla="*/ 552893 w 3494568"/>
                <a:gd name="csY138" fmla="*/ 2324986 h 2977117"/>
                <a:gd name="csX139" fmla="*/ 538716 w 3494568"/>
                <a:gd name="csY139" fmla="*/ 2232838 h 2977117"/>
                <a:gd name="csX140" fmla="*/ 531628 w 3494568"/>
                <a:gd name="csY140" fmla="*/ 2211572 h 2977117"/>
                <a:gd name="csX141" fmla="*/ 524540 w 3494568"/>
                <a:gd name="csY141" fmla="*/ 2183219 h 2977117"/>
                <a:gd name="csX142" fmla="*/ 510363 w 3494568"/>
                <a:gd name="csY142" fmla="*/ 2119424 h 2977117"/>
                <a:gd name="csX143" fmla="*/ 503275 w 3494568"/>
                <a:gd name="csY143" fmla="*/ 2055628 h 2977117"/>
                <a:gd name="csX144" fmla="*/ 474921 w 3494568"/>
                <a:gd name="csY144" fmla="*/ 1956391 h 2977117"/>
                <a:gd name="csX145" fmla="*/ 467833 w 3494568"/>
                <a:gd name="csY145" fmla="*/ 1920949 h 2977117"/>
                <a:gd name="csX146" fmla="*/ 453656 w 3494568"/>
                <a:gd name="csY146" fmla="*/ 1871331 h 2977117"/>
                <a:gd name="csX147" fmla="*/ 446568 w 3494568"/>
                <a:gd name="csY147" fmla="*/ 1828800 h 2977117"/>
                <a:gd name="csX148" fmla="*/ 439479 w 3494568"/>
                <a:gd name="csY148" fmla="*/ 1807535 h 2977117"/>
                <a:gd name="csX149" fmla="*/ 425302 w 3494568"/>
                <a:gd name="csY149" fmla="*/ 1679945 h 2977117"/>
                <a:gd name="csX150" fmla="*/ 439479 w 3494568"/>
                <a:gd name="csY150" fmla="*/ 1559442 h 2977117"/>
                <a:gd name="csX151" fmla="*/ 446568 w 3494568"/>
                <a:gd name="csY151" fmla="*/ 1538177 h 2977117"/>
                <a:gd name="csX152" fmla="*/ 460744 w 3494568"/>
                <a:gd name="csY152" fmla="*/ 1516912 h 2977117"/>
                <a:gd name="csX153" fmla="*/ 460744 w 3494568"/>
                <a:gd name="csY153" fmla="*/ 1410586 h 2977117"/>
                <a:gd name="csX154" fmla="*/ 446568 w 3494568"/>
                <a:gd name="csY154" fmla="*/ 1389321 h 2977117"/>
                <a:gd name="csX155" fmla="*/ 404037 w 3494568"/>
                <a:gd name="csY155" fmla="*/ 1353879 h 2977117"/>
                <a:gd name="csX156" fmla="*/ 382772 w 3494568"/>
                <a:gd name="csY156" fmla="*/ 1332614 h 2977117"/>
                <a:gd name="csX157" fmla="*/ 361507 w 3494568"/>
                <a:gd name="csY157" fmla="*/ 1318438 h 2977117"/>
                <a:gd name="csX158" fmla="*/ 290623 w 3494568"/>
                <a:gd name="csY158" fmla="*/ 1268819 h 2977117"/>
                <a:gd name="csX159" fmla="*/ 269358 w 3494568"/>
                <a:gd name="csY159" fmla="*/ 1254642 h 2977117"/>
                <a:gd name="csX160" fmla="*/ 241005 w 3494568"/>
                <a:gd name="csY160" fmla="*/ 1240465 h 2977117"/>
                <a:gd name="csX161" fmla="*/ 198475 w 3494568"/>
                <a:gd name="csY161" fmla="*/ 1205024 h 2977117"/>
                <a:gd name="csX162" fmla="*/ 155944 w 3494568"/>
                <a:gd name="csY162" fmla="*/ 1183759 h 2977117"/>
                <a:gd name="csX163" fmla="*/ 113414 w 3494568"/>
                <a:gd name="csY163" fmla="*/ 1155405 h 2977117"/>
                <a:gd name="csX164" fmla="*/ 92149 w 3494568"/>
                <a:gd name="csY164" fmla="*/ 1141228 h 2977117"/>
                <a:gd name="csX165" fmla="*/ 77972 w 3494568"/>
                <a:gd name="csY165" fmla="*/ 1119963 h 2977117"/>
                <a:gd name="csX166" fmla="*/ 56707 w 3494568"/>
                <a:gd name="csY166" fmla="*/ 1105786 h 2977117"/>
                <a:gd name="csX167" fmla="*/ 49619 w 3494568"/>
                <a:gd name="csY167" fmla="*/ 1084521 h 2977117"/>
                <a:gd name="csX168" fmla="*/ 35442 w 3494568"/>
                <a:gd name="csY168" fmla="*/ 1063256 h 2977117"/>
                <a:gd name="csX169" fmla="*/ 21265 w 3494568"/>
                <a:gd name="csY169" fmla="*/ 1027814 h 2977117"/>
                <a:gd name="csX170" fmla="*/ 7088 w 3494568"/>
                <a:gd name="csY170" fmla="*/ 985284 h 2977117"/>
                <a:gd name="csX171" fmla="*/ 0 w 3494568"/>
                <a:gd name="csY171" fmla="*/ 935665 h 2977117"/>
                <a:gd name="csX172" fmla="*/ 7088 w 3494568"/>
                <a:gd name="csY172" fmla="*/ 878959 h 2977117"/>
                <a:gd name="csX173" fmla="*/ 28354 w 3494568"/>
                <a:gd name="csY173" fmla="*/ 864782 h 2977117"/>
                <a:gd name="csX174" fmla="*/ 99237 w 3494568"/>
                <a:gd name="csY174" fmla="*/ 857693 h 2977117"/>
                <a:gd name="csX175" fmla="*/ 155944 w 3494568"/>
                <a:gd name="csY175" fmla="*/ 829340 h 2977117"/>
                <a:gd name="csX176" fmla="*/ 198475 w 3494568"/>
                <a:gd name="csY176" fmla="*/ 808075 h 2977117"/>
                <a:gd name="csX177" fmla="*/ 262270 w 3494568"/>
                <a:gd name="csY177" fmla="*/ 786810 h 2977117"/>
                <a:gd name="csX178" fmla="*/ 318977 w 3494568"/>
                <a:gd name="csY178" fmla="*/ 772633 h 2977117"/>
                <a:gd name="csX179" fmla="*/ 340242 w 3494568"/>
                <a:gd name="csY179" fmla="*/ 765545 h 2977117"/>
                <a:gd name="csX180" fmla="*/ 418214 w 3494568"/>
                <a:gd name="csY180" fmla="*/ 744279 h 2977117"/>
                <a:gd name="csX181" fmla="*/ 482009 w 3494568"/>
                <a:gd name="csY181" fmla="*/ 723014 h 2977117"/>
                <a:gd name="csX182" fmla="*/ 503275 w 3494568"/>
                <a:gd name="csY182" fmla="*/ 715926 h 2977117"/>
                <a:gd name="csX183" fmla="*/ 545805 w 3494568"/>
                <a:gd name="csY183" fmla="*/ 694661 h 2977117"/>
                <a:gd name="csX184" fmla="*/ 588335 w 3494568"/>
                <a:gd name="csY184" fmla="*/ 673396 h 2977117"/>
                <a:gd name="csX185" fmla="*/ 630865 w 3494568"/>
                <a:gd name="csY185" fmla="*/ 637954 h 2977117"/>
                <a:gd name="csX186" fmla="*/ 652130 w 3494568"/>
                <a:gd name="csY186" fmla="*/ 623777 h 2977117"/>
                <a:gd name="csX187" fmla="*/ 694661 w 3494568"/>
                <a:gd name="csY187" fmla="*/ 588335 h 2977117"/>
                <a:gd name="csX188" fmla="*/ 708837 w 3494568"/>
                <a:gd name="csY188" fmla="*/ 567070 h 2977117"/>
                <a:gd name="csX189" fmla="*/ 751368 w 3494568"/>
                <a:gd name="csY189" fmla="*/ 538717 h 2977117"/>
                <a:gd name="csX190" fmla="*/ 765544 w 3494568"/>
                <a:gd name="csY190" fmla="*/ 517452 h 2977117"/>
                <a:gd name="csX191" fmla="*/ 786809 w 3494568"/>
                <a:gd name="csY191" fmla="*/ 510363 h 2977117"/>
                <a:gd name="csX192" fmla="*/ 829340 w 3494568"/>
                <a:gd name="csY192" fmla="*/ 482010 h 2977117"/>
                <a:gd name="csX193" fmla="*/ 871870 w 3494568"/>
                <a:gd name="csY193" fmla="*/ 453656 h 2977117"/>
                <a:gd name="csX194" fmla="*/ 893135 w 3494568"/>
                <a:gd name="csY194" fmla="*/ 439479 h 2977117"/>
                <a:gd name="csX195" fmla="*/ 935665 w 3494568"/>
                <a:gd name="csY195" fmla="*/ 404038 h 2977117"/>
                <a:gd name="csX196" fmla="*/ 956930 w 3494568"/>
                <a:gd name="csY196" fmla="*/ 396949 h 2977117"/>
                <a:gd name="csX197" fmla="*/ 971107 w 3494568"/>
                <a:gd name="csY197" fmla="*/ 375684 h 29771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</a:cxnLst>
              <a:rect l="l" t="t" r="r" b="b"/>
              <a:pathLst>
                <a:path w="3494568" h="2977117">
                  <a:moveTo>
                    <a:pt x="70884" y="836428"/>
                  </a:moveTo>
                  <a:cubicBezTo>
                    <a:pt x="87423" y="838791"/>
                    <a:pt x="103795" y="843517"/>
                    <a:pt x="120502" y="843517"/>
                  </a:cubicBezTo>
                  <a:cubicBezTo>
                    <a:pt x="189054" y="843517"/>
                    <a:pt x="149819" y="838471"/>
                    <a:pt x="198475" y="822252"/>
                  </a:cubicBezTo>
                  <a:cubicBezTo>
                    <a:pt x="209904" y="818442"/>
                    <a:pt x="222155" y="817777"/>
                    <a:pt x="233916" y="815163"/>
                  </a:cubicBezTo>
                  <a:cubicBezTo>
                    <a:pt x="243426" y="813050"/>
                    <a:pt x="252819" y="810438"/>
                    <a:pt x="262270" y="808075"/>
                  </a:cubicBezTo>
                  <a:cubicBezTo>
                    <a:pt x="303136" y="780830"/>
                    <a:pt x="263714" y="804418"/>
                    <a:pt x="304800" y="786810"/>
                  </a:cubicBezTo>
                  <a:cubicBezTo>
                    <a:pt x="356695" y="764569"/>
                    <a:pt x="309232" y="778613"/>
                    <a:pt x="361507" y="765545"/>
                  </a:cubicBezTo>
                  <a:cubicBezTo>
                    <a:pt x="404598" y="736817"/>
                    <a:pt x="358817" y="763895"/>
                    <a:pt x="411126" y="744279"/>
                  </a:cubicBezTo>
                  <a:cubicBezTo>
                    <a:pt x="421020" y="740569"/>
                    <a:pt x="429585" y="733813"/>
                    <a:pt x="439479" y="730103"/>
                  </a:cubicBezTo>
                  <a:cubicBezTo>
                    <a:pt x="448601" y="726682"/>
                    <a:pt x="458466" y="725690"/>
                    <a:pt x="467833" y="723014"/>
                  </a:cubicBezTo>
                  <a:cubicBezTo>
                    <a:pt x="475017" y="720961"/>
                    <a:pt x="482102" y="718549"/>
                    <a:pt x="489098" y="715926"/>
                  </a:cubicBezTo>
                  <a:cubicBezTo>
                    <a:pt x="501012" y="711458"/>
                    <a:pt x="512379" y="705491"/>
                    <a:pt x="524540" y="701749"/>
                  </a:cubicBezTo>
                  <a:cubicBezTo>
                    <a:pt x="543162" y="696019"/>
                    <a:pt x="581247" y="687572"/>
                    <a:pt x="581247" y="687572"/>
                  </a:cubicBezTo>
                  <a:cubicBezTo>
                    <a:pt x="588335" y="682847"/>
                    <a:pt x="594727" y="676856"/>
                    <a:pt x="602512" y="673396"/>
                  </a:cubicBezTo>
                  <a:cubicBezTo>
                    <a:pt x="616168" y="667327"/>
                    <a:pt x="645042" y="659219"/>
                    <a:pt x="645042" y="659219"/>
                  </a:cubicBezTo>
                  <a:lnTo>
                    <a:pt x="708837" y="616689"/>
                  </a:lnTo>
                  <a:cubicBezTo>
                    <a:pt x="715925" y="611963"/>
                    <a:pt x="722020" y="605206"/>
                    <a:pt x="730102" y="602512"/>
                  </a:cubicBezTo>
                  <a:lnTo>
                    <a:pt x="751368" y="595424"/>
                  </a:lnTo>
                  <a:lnTo>
                    <a:pt x="815163" y="531628"/>
                  </a:lnTo>
                  <a:cubicBezTo>
                    <a:pt x="824614" y="522177"/>
                    <a:pt x="836102" y="514396"/>
                    <a:pt x="843516" y="503275"/>
                  </a:cubicBezTo>
                  <a:cubicBezTo>
                    <a:pt x="854734" y="486448"/>
                    <a:pt x="865773" y="469039"/>
                    <a:pt x="878958" y="453656"/>
                  </a:cubicBezTo>
                  <a:cubicBezTo>
                    <a:pt x="885482" y="446045"/>
                    <a:pt x="893699" y="440002"/>
                    <a:pt x="900223" y="432391"/>
                  </a:cubicBezTo>
                  <a:cubicBezTo>
                    <a:pt x="907911" y="423421"/>
                    <a:pt x="913800" y="413008"/>
                    <a:pt x="921488" y="404038"/>
                  </a:cubicBezTo>
                  <a:cubicBezTo>
                    <a:pt x="928012" y="396427"/>
                    <a:pt x="936336" y="390473"/>
                    <a:pt x="942754" y="382772"/>
                  </a:cubicBezTo>
                  <a:cubicBezTo>
                    <a:pt x="970099" y="349958"/>
                    <a:pt x="941953" y="371306"/>
                    <a:pt x="978195" y="340242"/>
                  </a:cubicBezTo>
                  <a:cubicBezTo>
                    <a:pt x="987165" y="332554"/>
                    <a:pt x="997579" y="326665"/>
                    <a:pt x="1006549" y="318977"/>
                  </a:cubicBezTo>
                  <a:cubicBezTo>
                    <a:pt x="1014160" y="312453"/>
                    <a:pt x="1019657" y="303539"/>
                    <a:pt x="1027814" y="297712"/>
                  </a:cubicBezTo>
                  <a:cubicBezTo>
                    <a:pt x="1036413" y="291570"/>
                    <a:pt x="1047569" y="289677"/>
                    <a:pt x="1056168" y="283535"/>
                  </a:cubicBezTo>
                  <a:cubicBezTo>
                    <a:pt x="1064325" y="277708"/>
                    <a:pt x="1069413" y="268285"/>
                    <a:pt x="1077433" y="262270"/>
                  </a:cubicBezTo>
                  <a:cubicBezTo>
                    <a:pt x="1088455" y="254004"/>
                    <a:pt x="1101412" y="248647"/>
                    <a:pt x="1112875" y="241005"/>
                  </a:cubicBezTo>
                  <a:cubicBezTo>
                    <a:pt x="1155788" y="212396"/>
                    <a:pt x="1124592" y="225285"/>
                    <a:pt x="1162493" y="212652"/>
                  </a:cubicBezTo>
                  <a:cubicBezTo>
                    <a:pt x="1213129" y="178894"/>
                    <a:pt x="1188493" y="188430"/>
                    <a:pt x="1233377" y="177210"/>
                  </a:cubicBezTo>
                  <a:cubicBezTo>
                    <a:pt x="1284488" y="151653"/>
                    <a:pt x="1251927" y="166954"/>
                    <a:pt x="1332614" y="134679"/>
                  </a:cubicBezTo>
                  <a:cubicBezTo>
                    <a:pt x="1344428" y="129953"/>
                    <a:pt x="1355712" y="123589"/>
                    <a:pt x="1368056" y="120503"/>
                  </a:cubicBezTo>
                  <a:lnTo>
                    <a:pt x="1424763" y="106326"/>
                  </a:lnTo>
                  <a:cubicBezTo>
                    <a:pt x="1465629" y="79081"/>
                    <a:pt x="1426207" y="102669"/>
                    <a:pt x="1467293" y="85061"/>
                  </a:cubicBezTo>
                  <a:cubicBezTo>
                    <a:pt x="1477006" y="80899"/>
                    <a:pt x="1485753" y="74594"/>
                    <a:pt x="1495647" y="70884"/>
                  </a:cubicBezTo>
                  <a:cubicBezTo>
                    <a:pt x="1504769" y="67463"/>
                    <a:pt x="1514758" y="66877"/>
                    <a:pt x="1524000" y="63796"/>
                  </a:cubicBezTo>
                  <a:cubicBezTo>
                    <a:pt x="1571771" y="47872"/>
                    <a:pt x="1545883" y="49531"/>
                    <a:pt x="1594884" y="42531"/>
                  </a:cubicBezTo>
                  <a:cubicBezTo>
                    <a:pt x="1616065" y="39505"/>
                    <a:pt x="1637498" y="38468"/>
                    <a:pt x="1658679" y="35442"/>
                  </a:cubicBezTo>
                  <a:cubicBezTo>
                    <a:pt x="1670606" y="33738"/>
                    <a:pt x="1682152" y="29735"/>
                    <a:pt x="1694121" y="28354"/>
                  </a:cubicBezTo>
                  <a:cubicBezTo>
                    <a:pt x="1743636" y="22641"/>
                    <a:pt x="1793439" y="19681"/>
                    <a:pt x="1842977" y="14177"/>
                  </a:cubicBezTo>
                  <a:lnTo>
                    <a:pt x="1906772" y="7089"/>
                  </a:lnTo>
                  <a:cubicBezTo>
                    <a:pt x="2079256" y="9452"/>
                    <a:pt x="2251847" y="7631"/>
                    <a:pt x="2424223" y="14177"/>
                  </a:cubicBezTo>
                  <a:cubicBezTo>
                    <a:pt x="2439156" y="14744"/>
                    <a:pt x="2452577" y="23628"/>
                    <a:pt x="2466754" y="28354"/>
                  </a:cubicBezTo>
                  <a:lnTo>
                    <a:pt x="2530549" y="49619"/>
                  </a:lnTo>
                  <a:lnTo>
                    <a:pt x="2594344" y="70884"/>
                  </a:lnTo>
                  <a:cubicBezTo>
                    <a:pt x="2601432" y="73247"/>
                    <a:pt x="2608282" y="76507"/>
                    <a:pt x="2615609" y="77972"/>
                  </a:cubicBezTo>
                  <a:cubicBezTo>
                    <a:pt x="2672032" y="89257"/>
                    <a:pt x="2639077" y="83731"/>
                    <a:pt x="2714847" y="92149"/>
                  </a:cubicBezTo>
                  <a:lnTo>
                    <a:pt x="3019647" y="85061"/>
                  </a:lnTo>
                  <a:cubicBezTo>
                    <a:pt x="3031922" y="84539"/>
                    <a:pt x="3085659" y="65420"/>
                    <a:pt x="3090530" y="63796"/>
                  </a:cubicBezTo>
                  <a:cubicBezTo>
                    <a:pt x="3097618" y="61433"/>
                    <a:pt x="3105578" y="60851"/>
                    <a:pt x="3111795" y="56707"/>
                  </a:cubicBezTo>
                  <a:cubicBezTo>
                    <a:pt x="3118884" y="51982"/>
                    <a:pt x="3125276" y="45991"/>
                    <a:pt x="3133061" y="42531"/>
                  </a:cubicBezTo>
                  <a:cubicBezTo>
                    <a:pt x="3172164" y="25152"/>
                    <a:pt x="3172915" y="30795"/>
                    <a:pt x="3211033" y="21265"/>
                  </a:cubicBezTo>
                  <a:cubicBezTo>
                    <a:pt x="3218282" y="19453"/>
                    <a:pt x="3224971" y="15642"/>
                    <a:pt x="3232298" y="14177"/>
                  </a:cubicBezTo>
                  <a:cubicBezTo>
                    <a:pt x="3248681" y="10901"/>
                    <a:pt x="3265403" y="9629"/>
                    <a:pt x="3281916" y="7089"/>
                  </a:cubicBezTo>
                  <a:cubicBezTo>
                    <a:pt x="3296121" y="4904"/>
                    <a:pt x="3310270" y="2363"/>
                    <a:pt x="3324447" y="0"/>
                  </a:cubicBezTo>
                  <a:cubicBezTo>
                    <a:pt x="3345712" y="2363"/>
                    <a:pt x="3367485" y="1900"/>
                    <a:pt x="3388242" y="7089"/>
                  </a:cubicBezTo>
                  <a:cubicBezTo>
                    <a:pt x="3401403" y="10379"/>
                    <a:pt x="3422836" y="34594"/>
                    <a:pt x="3430772" y="42531"/>
                  </a:cubicBezTo>
                  <a:cubicBezTo>
                    <a:pt x="3448591" y="95982"/>
                    <a:pt x="3424555" y="30097"/>
                    <a:pt x="3452037" y="85061"/>
                  </a:cubicBezTo>
                  <a:cubicBezTo>
                    <a:pt x="3455379" y="91744"/>
                    <a:pt x="3455784" y="99643"/>
                    <a:pt x="3459126" y="106326"/>
                  </a:cubicBezTo>
                  <a:cubicBezTo>
                    <a:pt x="3462936" y="113946"/>
                    <a:pt x="3469842" y="119806"/>
                    <a:pt x="3473302" y="127591"/>
                  </a:cubicBezTo>
                  <a:cubicBezTo>
                    <a:pt x="3479371" y="141247"/>
                    <a:pt x="3482753" y="155944"/>
                    <a:pt x="3487479" y="170121"/>
                  </a:cubicBezTo>
                  <a:lnTo>
                    <a:pt x="3494568" y="191386"/>
                  </a:lnTo>
                  <a:cubicBezTo>
                    <a:pt x="3492205" y="207926"/>
                    <a:pt x="3496449" y="226909"/>
                    <a:pt x="3487479" y="241005"/>
                  </a:cubicBezTo>
                  <a:cubicBezTo>
                    <a:pt x="3474354" y="261630"/>
                    <a:pt x="3445492" y="269178"/>
                    <a:pt x="3423684" y="276447"/>
                  </a:cubicBezTo>
                  <a:cubicBezTo>
                    <a:pt x="3375130" y="325001"/>
                    <a:pt x="3397836" y="307856"/>
                    <a:pt x="3359888" y="333154"/>
                  </a:cubicBezTo>
                  <a:cubicBezTo>
                    <a:pt x="3319262" y="394096"/>
                    <a:pt x="3367970" y="316990"/>
                    <a:pt x="3338623" y="375684"/>
                  </a:cubicBezTo>
                  <a:cubicBezTo>
                    <a:pt x="3334813" y="383304"/>
                    <a:pt x="3327907" y="389164"/>
                    <a:pt x="3324447" y="396949"/>
                  </a:cubicBezTo>
                  <a:cubicBezTo>
                    <a:pt x="3318378" y="410605"/>
                    <a:pt x="3314996" y="425302"/>
                    <a:pt x="3310270" y="439479"/>
                  </a:cubicBezTo>
                  <a:cubicBezTo>
                    <a:pt x="3293276" y="490460"/>
                    <a:pt x="3313890" y="426804"/>
                    <a:pt x="3296093" y="489098"/>
                  </a:cubicBezTo>
                  <a:cubicBezTo>
                    <a:pt x="3294040" y="496282"/>
                    <a:pt x="3291058" y="503179"/>
                    <a:pt x="3289005" y="510363"/>
                  </a:cubicBezTo>
                  <a:cubicBezTo>
                    <a:pt x="3282328" y="533731"/>
                    <a:pt x="3279703" y="549785"/>
                    <a:pt x="3274828" y="574159"/>
                  </a:cubicBezTo>
                  <a:cubicBezTo>
                    <a:pt x="3275851" y="579276"/>
                    <a:pt x="3282776" y="621521"/>
                    <a:pt x="3289005" y="630865"/>
                  </a:cubicBezTo>
                  <a:cubicBezTo>
                    <a:pt x="3294566" y="639206"/>
                    <a:pt x="3304443" y="643974"/>
                    <a:pt x="3310270" y="652131"/>
                  </a:cubicBezTo>
                  <a:cubicBezTo>
                    <a:pt x="3317992" y="662942"/>
                    <a:pt x="3335148" y="705501"/>
                    <a:pt x="3338623" y="715926"/>
                  </a:cubicBezTo>
                  <a:cubicBezTo>
                    <a:pt x="3341704" y="725168"/>
                    <a:pt x="3342631" y="735037"/>
                    <a:pt x="3345712" y="744279"/>
                  </a:cubicBezTo>
                  <a:cubicBezTo>
                    <a:pt x="3349736" y="756350"/>
                    <a:pt x="3355864" y="767650"/>
                    <a:pt x="3359888" y="779721"/>
                  </a:cubicBezTo>
                  <a:cubicBezTo>
                    <a:pt x="3362969" y="788963"/>
                    <a:pt x="3363556" y="798953"/>
                    <a:pt x="3366977" y="808075"/>
                  </a:cubicBezTo>
                  <a:cubicBezTo>
                    <a:pt x="3370687" y="817969"/>
                    <a:pt x="3377230" y="826617"/>
                    <a:pt x="3381154" y="836428"/>
                  </a:cubicBezTo>
                  <a:cubicBezTo>
                    <a:pt x="3386704" y="850303"/>
                    <a:pt x="3390604" y="864782"/>
                    <a:pt x="3395330" y="878959"/>
                  </a:cubicBezTo>
                  <a:cubicBezTo>
                    <a:pt x="3397693" y="886047"/>
                    <a:pt x="3400607" y="892975"/>
                    <a:pt x="3402419" y="900224"/>
                  </a:cubicBezTo>
                  <a:cubicBezTo>
                    <a:pt x="3418407" y="964180"/>
                    <a:pt x="3410433" y="938447"/>
                    <a:pt x="3423684" y="978196"/>
                  </a:cubicBezTo>
                  <a:cubicBezTo>
                    <a:pt x="3428029" y="1004266"/>
                    <a:pt x="3431913" y="1030393"/>
                    <a:pt x="3437861" y="1056168"/>
                  </a:cubicBezTo>
                  <a:cubicBezTo>
                    <a:pt x="3442242" y="1075153"/>
                    <a:pt x="3452037" y="1112875"/>
                    <a:pt x="3452037" y="1112875"/>
                  </a:cubicBezTo>
                  <a:cubicBezTo>
                    <a:pt x="3463726" y="1299879"/>
                    <a:pt x="3463747" y="1247579"/>
                    <a:pt x="3452037" y="1516912"/>
                  </a:cubicBezTo>
                  <a:cubicBezTo>
                    <a:pt x="3451514" y="1528949"/>
                    <a:pt x="3446781" y="1540446"/>
                    <a:pt x="3444949" y="1552354"/>
                  </a:cubicBezTo>
                  <a:cubicBezTo>
                    <a:pt x="3442053" y="1571182"/>
                    <a:pt x="3440993" y="1590271"/>
                    <a:pt x="3437861" y="1609061"/>
                  </a:cubicBezTo>
                  <a:cubicBezTo>
                    <a:pt x="3422403" y="1701810"/>
                    <a:pt x="3426729" y="1651541"/>
                    <a:pt x="3416595" y="1722475"/>
                  </a:cubicBezTo>
                  <a:cubicBezTo>
                    <a:pt x="3401476" y="1828306"/>
                    <a:pt x="3419621" y="1728609"/>
                    <a:pt x="3395330" y="1850065"/>
                  </a:cubicBezTo>
                  <a:cubicBezTo>
                    <a:pt x="3386776" y="1892837"/>
                    <a:pt x="3392052" y="1874075"/>
                    <a:pt x="3381154" y="1906772"/>
                  </a:cubicBezTo>
                  <a:cubicBezTo>
                    <a:pt x="3376428" y="1956391"/>
                    <a:pt x="3371778" y="2006017"/>
                    <a:pt x="3366977" y="2055628"/>
                  </a:cubicBezTo>
                  <a:cubicBezTo>
                    <a:pt x="3364690" y="2079263"/>
                    <a:pt x="3352379" y="2149039"/>
                    <a:pt x="3359888" y="2126512"/>
                  </a:cubicBezTo>
                  <a:lnTo>
                    <a:pt x="3374065" y="2083982"/>
                  </a:lnTo>
                  <a:lnTo>
                    <a:pt x="3381154" y="2062717"/>
                  </a:lnTo>
                  <a:cubicBezTo>
                    <a:pt x="3398024" y="2113329"/>
                    <a:pt x="3387041" y="2092813"/>
                    <a:pt x="3409507" y="2126512"/>
                  </a:cubicBezTo>
                  <a:cubicBezTo>
                    <a:pt x="3426126" y="2176373"/>
                    <a:pt x="3404499" y="2114830"/>
                    <a:pt x="3430772" y="2176131"/>
                  </a:cubicBezTo>
                  <a:cubicBezTo>
                    <a:pt x="3436876" y="2190373"/>
                    <a:pt x="3441350" y="2211354"/>
                    <a:pt x="3444949" y="2225749"/>
                  </a:cubicBezTo>
                  <a:cubicBezTo>
                    <a:pt x="3442586" y="2346251"/>
                    <a:pt x="3450932" y="2467441"/>
                    <a:pt x="3437861" y="2587256"/>
                  </a:cubicBezTo>
                  <a:cubicBezTo>
                    <a:pt x="3436827" y="2596737"/>
                    <a:pt x="3391888" y="2620841"/>
                    <a:pt x="3381154" y="2629786"/>
                  </a:cubicBezTo>
                  <a:cubicBezTo>
                    <a:pt x="3373453" y="2636204"/>
                    <a:pt x="3367589" y="2644634"/>
                    <a:pt x="3359888" y="2651052"/>
                  </a:cubicBezTo>
                  <a:cubicBezTo>
                    <a:pt x="3347328" y="2661518"/>
                    <a:pt x="3324539" y="2673290"/>
                    <a:pt x="3310270" y="2679405"/>
                  </a:cubicBezTo>
                  <a:cubicBezTo>
                    <a:pt x="3303402" y="2682348"/>
                    <a:pt x="3295807" y="2683401"/>
                    <a:pt x="3289005" y="2686493"/>
                  </a:cubicBezTo>
                  <a:cubicBezTo>
                    <a:pt x="3269766" y="2695238"/>
                    <a:pt x="3252347" y="2708164"/>
                    <a:pt x="3232298" y="2714847"/>
                  </a:cubicBezTo>
                  <a:cubicBezTo>
                    <a:pt x="3225210" y="2717210"/>
                    <a:pt x="3218241" y="2719969"/>
                    <a:pt x="3211033" y="2721935"/>
                  </a:cubicBezTo>
                  <a:cubicBezTo>
                    <a:pt x="3192235" y="2727062"/>
                    <a:pt x="3172810" y="2729951"/>
                    <a:pt x="3154326" y="2736112"/>
                  </a:cubicBezTo>
                  <a:cubicBezTo>
                    <a:pt x="3114579" y="2749360"/>
                    <a:pt x="3140304" y="2741390"/>
                    <a:pt x="3076354" y="2757377"/>
                  </a:cubicBezTo>
                  <a:cubicBezTo>
                    <a:pt x="3066903" y="2759740"/>
                    <a:pt x="3057553" y="2762554"/>
                    <a:pt x="3048000" y="2764465"/>
                  </a:cubicBezTo>
                  <a:cubicBezTo>
                    <a:pt x="3024372" y="2769191"/>
                    <a:pt x="3000492" y="2772797"/>
                    <a:pt x="2977116" y="2778642"/>
                  </a:cubicBezTo>
                  <a:cubicBezTo>
                    <a:pt x="2908006" y="2795921"/>
                    <a:pt x="2994265" y="2774832"/>
                    <a:pt x="2913321" y="2792819"/>
                  </a:cubicBezTo>
                  <a:cubicBezTo>
                    <a:pt x="2903811" y="2794932"/>
                    <a:pt x="2894335" y="2797231"/>
                    <a:pt x="2884968" y="2799907"/>
                  </a:cubicBezTo>
                  <a:cubicBezTo>
                    <a:pt x="2877783" y="2801960"/>
                    <a:pt x="2871054" y="2805659"/>
                    <a:pt x="2863702" y="2806996"/>
                  </a:cubicBezTo>
                  <a:cubicBezTo>
                    <a:pt x="2844960" y="2810404"/>
                    <a:pt x="2825785" y="2810952"/>
                    <a:pt x="2806995" y="2814084"/>
                  </a:cubicBezTo>
                  <a:cubicBezTo>
                    <a:pt x="2783227" y="2818045"/>
                    <a:pt x="2759740" y="2823535"/>
                    <a:pt x="2736112" y="2828261"/>
                  </a:cubicBezTo>
                  <a:cubicBezTo>
                    <a:pt x="2724298" y="2830624"/>
                    <a:pt x="2712554" y="2833368"/>
                    <a:pt x="2700670" y="2835349"/>
                  </a:cubicBezTo>
                  <a:cubicBezTo>
                    <a:pt x="2686788" y="2837663"/>
                    <a:pt x="2638256" y="2845283"/>
                    <a:pt x="2622698" y="2849526"/>
                  </a:cubicBezTo>
                  <a:cubicBezTo>
                    <a:pt x="2537231" y="2872835"/>
                    <a:pt x="2626693" y="2857888"/>
                    <a:pt x="2523461" y="2870791"/>
                  </a:cubicBezTo>
                  <a:cubicBezTo>
                    <a:pt x="2506921" y="2875517"/>
                    <a:pt x="2490283" y="2879909"/>
                    <a:pt x="2473842" y="2884968"/>
                  </a:cubicBezTo>
                  <a:cubicBezTo>
                    <a:pt x="2459559" y="2889363"/>
                    <a:pt x="2445809" y="2895521"/>
                    <a:pt x="2431312" y="2899145"/>
                  </a:cubicBezTo>
                  <a:cubicBezTo>
                    <a:pt x="2417369" y="2902631"/>
                    <a:pt x="2402958" y="2903870"/>
                    <a:pt x="2388781" y="2906233"/>
                  </a:cubicBezTo>
                  <a:cubicBezTo>
                    <a:pt x="2313236" y="2936452"/>
                    <a:pt x="2393199" y="2906962"/>
                    <a:pt x="2317898" y="2927498"/>
                  </a:cubicBezTo>
                  <a:cubicBezTo>
                    <a:pt x="2303481" y="2931430"/>
                    <a:pt x="2289785" y="2937743"/>
                    <a:pt x="2275368" y="2941675"/>
                  </a:cubicBezTo>
                  <a:cubicBezTo>
                    <a:pt x="2263745" y="2944845"/>
                    <a:pt x="2251791" y="2946669"/>
                    <a:pt x="2239926" y="2948763"/>
                  </a:cubicBezTo>
                  <a:lnTo>
                    <a:pt x="2154865" y="2962940"/>
                  </a:lnTo>
                  <a:cubicBezTo>
                    <a:pt x="2095871" y="2972772"/>
                    <a:pt x="2126544" y="2967998"/>
                    <a:pt x="2062716" y="2977117"/>
                  </a:cubicBezTo>
                  <a:cubicBezTo>
                    <a:pt x="1824074" y="2972391"/>
                    <a:pt x="1585094" y="2976502"/>
                    <a:pt x="1346791" y="2962940"/>
                  </a:cubicBezTo>
                  <a:cubicBezTo>
                    <a:pt x="1293570" y="2959911"/>
                    <a:pt x="1242562" y="2940427"/>
                    <a:pt x="1190847" y="2927498"/>
                  </a:cubicBezTo>
                  <a:cubicBezTo>
                    <a:pt x="1139665" y="2914702"/>
                    <a:pt x="1009996" y="2878385"/>
                    <a:pt x="956930" y="2856614"/>
                  </a:cubicBezTo>
                  <a:cubicBezTo>
                    <a:pt x="899218" y="2832938"/>
                    <a:pt x="840691" y="2810073"/>
                    <a:pt x="786809" y="2778642"/>
                  </a:cubicBezTo>
                  <a:cubicBezTo>
                    <a:pt x="758456" y="2762103"/>
                    <a:pt x="729061" y="2747232"/>
                    <a:pt x="701749" y="2729024"/>
                  </a:cubicBezTo>
                  <a:cubicBezTo>
                    <a:pt x="694661" y="2724298"/>
                    <a:pt x="687029" y="2720301"/>
                    <a:pt x="680484" y="2714847"/>
                  </a:cubicBezTo>
                  <a:cubicBezTo>
                    <a:pt x="672783" y="2708429"/>
                    <a:pt x="666307" y="2700670"/>
                    <a:pt x="659219" y="2693582"/>
                  </a:cubicBezTo>
                  <a:cubicBezTo>
                    <a:pt x="656856" y="2681768"/>
                    <a:pt x="655300" y="2669763"/>
                    <a:pt x="652130" y="2658140"/>
                  </a:cubicBezTo>
                  <a:cubicBezTo>
                    <a:pt x="648198" y="2643723"/>
                    <a:pt x="641578" y="2630107"/>
                    <a:pt x="637954" y="2615610"/>
                  </a:cubicBezTo>
                  <a:cubicBezTo>
                    <a:pt x="630596" y="2586179"/>
                    <a:pt x="626629" y="2564147"/>
                    <a:pt x="616688" y="2537638"/>
                  </a:cubicBezTo>
                  <a:cubicBezTo>
                    <a:pt x="587110" y="2458763"/>
                    <a:pt x="618107" y="2548982"/>
                    <a:pt x="588335" y="2459665"/>
                  </a:cubicBezTo>
                  <a:lnTo>
                    <a:pt x="581247" y="2438400"/>
                  </a:lnTo>
                  <a:cubicBezTo>
                    <a:pt x="578884" y="2431312"/>
                    <a:pt x="575970" y="2424384"/>
                    <a:pt x="574158" y="2417135"/>
                  </a:cubicBezTo>
                  <a:cubicBezTo>
                    <a:pt x="565878" y="2384017"/>
                    <a:pt x="558348" y="2357720"/>
                    <a:pt x="552893" y="2324986"/>
                  </a:cubicBezTo>
                  <a:cubicBezTo>
                    <a:pt x="549121" y="2302353"/>
                    <a:pt x="543951" y="2256395"/>
                    <a:pt x="538716" y="2232838"/>
                  </a:cubicBezTo>
                  <a:cubicBezTo>
                    <a:pt x="537095" y="2225544"/>
                    <a:pt x="533681" y="2218757"/>
                    <a:pt x="531628" y="2211572"/>
                  </a:cubicBezTo>
                  <a:cubicBezTo>
                    <a:pt x="528952" y="2202205"/>
                    <a:pt x="526653" y="2192729"/>
                    <a:pt x="524540" y="2183219"/>
                  </a:cubicBezTo>
                  <a:cubicBezTo>
                    <a:pt x="506542" y="2102229"/>
                    <a:pt x="527649" y="2188570"/>
                    <a:pt x="510363" y="2119424"/>
                  </a:cubicBezTo>
                  <a:cubicBezTo>
                    <a:pt x="508000" y="2098159"/>
                    <a:pt x="506993" y="2076699"/>
                    <a:pt x="503275" y="2055628"/>
                  </a:cubicBezTo>
                  <a:cubicBezTo>
                    <a:pt x="491469" y="1988724"/>
                    <a:pt x="490662" y="2014107"/>
                    <a:pt x="474921" y="1956391"/>
                  </a:cubicBezTo>
                  <a:cubicBezTo>
                    <a:pt x="471751" y="1944768"/>
                    <a:pt x="470447" y="1932710"/>
                    <a:pt x="467833" y="1920949"/>
                  </a:cubicBezTo>
                  <a:cubicBezTo>
                    <a:pt x="461901" y="1894256"/>
                    <a:pt x="461547" y="1895005"/>
                    <a:pt x="453656" y="1871331"/>
                  </a:cubicBezTo>
                  <a:cubicBezTo>
                    <a:pt x="451293" y="1857154"/>
                    <a:pt x="449686" y="1842830"/>
                    <a:pt x="446568" y="1828800"/>
                  </a:cubicBezTo>
                  <a:cubicBezTo>
                    <a:pt x="444947" y="1821506"/>
                    <a:pt x="440816" y="1814886"/>
                    <a:pt x="439479" y="1807535"/>
                  </a:cubicBezTo>
                  <a:cubicBezTo>
                    <a:pt x="435022" y="1783023"/>
                    <a:pt x="427336" y="1700281"/>
                    <a:pt x="425302" y="1679945"/>
                  </a:cubicBezTo>
                  <a:cubicBezTo>
                    <a:pt x="430713" y="1609605"/>
                    <a:pt x="425687" y="1607715"/>
                    <a:pt x="439479" y="1559442"/>
                  </a:cubicBezTo>
                  <a:cubicBezTo>
                    <a:pt x="441532" y="1552258"/>
                    <a:pt x="443226" y="1544860"/>
                    <a:pt x="446568" y="1538177"/>
                  </a:cubicBezTo>
                  <a:cubicBezTo>
                    <a:pt x="450378" y="1530557"/>
                    <a:pt x="456019" y="1524000"/>
                    <a:pt x="460744" y="1516912"/>
                  </a:cubicBezTo>
                  <a:cubicBezTo>
                    <a:pt x="471989" y="1471936"/>
                    <a:pt x="474539" y="1474966"/>
                    <a:pt x="460744" y="1410586"/>
                  </a:cubicBezTo>
                  <a:cubicBezTo>
                    <a:pt x="458959" y="1402256"/>
                    <a:pt x="452022" y="1395865"/>
                    <a:pt x="446568" y="1389321"/>
                  </a:cubicBezTo>
                  <a:cubicBezTo>
                    <a:pt x="418331" y="1355437"/>
                    <a:pt x="434447" y="1379221"/>
                    <a:pt x="404037" y="1353879"/>
                  </a:cubicBezTo>
                  <a:cubicBezTo>
                    <a:pt x="396336" y="1347461"/>
                    <a:pt x="390473" y="1339031"/>
                    <a:pt x="382772" y="1332614"/>
                  </a:cubicBezTo>
                  <a:cubicBezTo>
                    <a:pt x="376227" y="1327160"/>
                    <a:pt x="368439" y="1323390"/>
                    <a:pt x="361507" y="1318438"/>
                  </a:cubicBezTo>
                  <a:cubicBezTo>
                    <a:pt x="288012" y="1265941"/>
                    <a:pt x="388431" y="1334023"/>
                    <a:pt x="290623" y="1268819"/>
                  </a:cubicBezTo>
                  <a:cubicBezTo>
                    <a:pt x="283535" y="1264093"/>
                    <a:pt x="276978" y="1258452"/>
                    <a:pt x="269358" y="1254642"/>
                  </a:cubicBezTo>
                  <a:cubicBezTo>
                    <a:pt x="259907" y="1249916"/>
                    <a:pt x="250179" y="1245707"/>
                    <a:pt x="241005" y="1240465"/>
                  </a:cubicBezTo>
                  <a:cubicBezTo>
                    <a:pt x="207403" y="1221264"/>
                    <a:pt x="230466" y="1231683"/>
                    <a:pt x="198475" y="1205024"/>
                  </a:cubicBezTo>
                  <a:cubicBezTo>
                    <a:pt x="180153" y="1189756"/>
                    <a:pt x="177257" y="1190863"/>
                    <a:pt x="155944" y="1183759"/>
                  </a:cubicBezTo>
                  <a:lnTo>
                    <a:pt x="113414" y="1155405"/>
                  </a:lnTo>
                  <a:lnTo>
                    <a:pt x="92149" y="1141228"/>
                  </a:lnTo>
                  <a:cubicBezTo>
                    <a:pt x="87423" y="1134140"/>
                    <a:pt x="83996" y="1125987"/>
                    <a:pt x="77972" y="1119963"/>
                  </a:cubicBezTo>
                  <a:cubicBezTo>
                    <a:pt x="71948" y="1113939"/>
                    <a:pt x="62029" y="1112438"/>
                    <a:pt x="56707" y="1105786"/>
                  </a:cubicBezTo>
                  <a:cubicBezTo>
                    <a:pt x="52040" y="1099952"/>
                    <a:pt x="52960" y="1091204"/>
                    <a:pt x="49619" y="1084521"/>
                  </a:cubicBezTo>
                  <a:cubicBezTo>
                    <a:pt x="45809" y="1076901"/>
                    <a:pt x="39252" y="1070876"/>
                    <a:pt x="35442" y="1063256"/>
                  </a:cubicBezTo>
                  <a:cubicBezTo>
                    <a:pt x="29752" y="1051875"/>
                    <a:pt x="25613" y="1039772"/>
                    <a:pt x="21265" y="1027814"/>
                  </a:cubicBezTo>
                  <a:cubicBezTo>
                    <a:pt x="16158" y="1013770"/>
                    <a:pt x="7088" y="985284"/>
                    <a:pt x="7088" y="985284"/>
                  </a:cubicBezTo>
                  <a:cubicBezTo>
                    <a:pt x="4725" y="968744"/>
                    <a:pt x="0" y="952373"/>
                    <a:pt x="0" y="935665"/>
                  </a:cubicBezTo>
                  <a:cubicBezTo>
                    <a:pt x="0" y="916616"/>
                    <a:pt x="13" y="896646"/>
                    <a:pt x="7088" y="878959"/>
                  </a:cubicBezTo>
                  <a:cubicBezTo>
                    <a:pt x="10252" y="871049"/>
                    <a:pt x="20053" y="866698"/>
                    <a:pt x="28354" y="864782"/>
                  </a:cubicBezTo>
                  <a:cubicBezTo>
                    <a:pt x="51491" y="859442"/>
                    <a:pt x="75609" y="860056"/>
                    <a:pt x="99237" y="857693"/>
                  </a:cubicBezTo>
                  <a:cubicBezTo>
                    <a:pt x="148509" y="824847"/>
                    <a:pt x="86574" y="864025"/>
                    <a:pt x="155944" y="829340"/>
                  </a:cubicBezTo>
                  <a:cubicBezTo>
                    <a:pt x="210903" y="801860"/>
                    <a:pt x="145028" y="825889"/>
                    <a:pt x="198475" y="808075"/>
                  </a:cubicBezTo>
                  <a:cubicBezTo>
                    <a:pt x="247222" y="775576"/>
                    <a:pt x="224841" y="774333"/>
                    <a:pt x="262270" y="786810"/>
                  </a:cubicBezTo>
                  <a:cubicBezTo>
                    <a:pt x="310870" y="770609"/>
                    <a:pt x="250562" y="789736"/>
                    <a:pt x="318977" y="772633"/>
                  </a:cubicBezTo>
                  <a:cubicBezTo>
                    <a:pt x="326226" y="770821"/>
                    <a:pt x="332993" y="767357"/>
                    <a:pt x="340242" y="765545"/>
                  </a:cubicBezTo>
                  <a:cubicBezTo>
                    <a:pt x="420393" y="745507"/>
                    <a:pt x="326976" y="774692"/>
                    <a:pt x="418214" y="744279"/>
                  </a:cubicBezTo>
                  <a:lnTo>
                    <a:pt x="482009" y="723014"/>
                  </a:lnTo>
                  <a:lnTo>
                    <a:pt x="503275" y="715926"/>
                  </a:lnTo>
                  <a:cubicBezTo>
                    <a:pt x="564218" y="675296"/>
                    <a:pt x="487111" y="724008"/>
                    <a:pt x="545805" y="694661"/>
                  </a:cubicBezTo>
                  <a:cubicBezTo>
                    <a:pt x="600769" y="667179"/>
                    <a:pt x="534885" y="691212"/>
                    <a:pt x="588335" y="673396"/>
                  </a:cubicBezTo>
                  <a:cubicBezTo>
                    <a:pt x="641132" y="638197"/>
                    <a:pt x="576287" y="683436"/>
                    <a:pt x="630865" y="637954"/>
                  </a:cubicBezTo>
                  <a:cubicBezTo>
                    <a:pt x="637410" y="632500"/>
                    <a:pt x="645585" y="629231"/>
                    <a:pt x="652130" y="623777"/>
                  </a:cubicBezTo>
                  <a:cubicBezTo>
                    <a:pt x="706703" y="578299"/>
                    <a:pt x="641866" y="623531"/>
                    <a:pt x="694661" y="588335"/>
                  </a:cubicBezTo>
                  <a:cubicBezTo>
                    <a:pt x="699386" y="581247"/>
                    <a:pt x="702426" y="572680"/>
                    <a:pt x="708837" y="567070"/>
                  </a:cubicBezTo>
                  <a:cubicBezTo>
                    <a:pt x="721660" y="555850"/>
                    <a:pt x="751368" y="538717"/>
                    <a:pt x="751368" y="538717"/>
                  </a:cubicBezTo>
                  <a:cubicBezTo>
                    <a:pt x="756093" y="531629"/>
                    <a:pt x="758892" y="522774"/>
                    <a:pt x="765544" y="517452"/>
                  </a:cubicBezTo>
                  <a:cubicBezTo>
                    <a:pt x="771378" y="512784"/>
                    <a:pt x="780277" y="513992"/>
                    <a:pt x="786809" y="510363"/>
                  </a:cubicBezTo>
                  <a:cubicBezTo>
                    <a:pt x="801703" y="502088"/>
                    <a:pt x="815163" y="491461"/>
                    <a:pt x="829340" y="482010"/>
                  </a:cubicBezTo>
                  <a:lnTo>
                    <a:pt x="871870" y="453656"/>
                  </a:lnTo>
                  <a:cubicBezTo>
                    <a:pt x="878958" y="448930"/>
                    <a:pt x="887111" y="445503"/>
                    <a:pt x="893135" y="439479"/>
                  </a:cubicBezTo>
                  <a:cubicBezTo>
                    <a:pt x="908813" y="423801"/>
                    <a:pt x="915926" y="413908"/>
                    <a:pt x="935665" y="404038"/>
                  </a:cubicBezTo>
                  <a:cubicBezTo>
                    <a:pt x="942348" y="400696"/>
                    <a:pt x="949842" y="399312"/>
                    <a:pt x="956930" y="396949"/>
                  </a:cubicBezTo>
                  <a:lnTo>
                    <a:pt x="971107" y="375684"/>
                  </a:lnTo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6" name="手繪多邊形 5">
              <a:extLst>
                <a:ext uri="{FF2B5EF4-FFF2-40B4-BE49-F238E27FC236}">
                  <a16:creationId xmlns:a16="http://schemas.microsoft.com/office/drawing/2014/main" id="{206B4848-DFBC-BEF6-22AB-AED73F5EAD11}"/>
                </a:ext>
              </a:extLst>
            </p:cNvPr>
            <p:cNvSpPr/>
            <p:nvPr/>
          </p:nvSpPr>
          <p:spPr>
            <a:xfrm>
              <a:off x="5791200" y="3388242"/>
              <a:ext cx="3113713" cy="2176130"/>
            </a:xfrm>
            <a:custGeom>
              <a:avLst/>
              <a:gdLst>
                <a:gd name="csX0" fmla="*/ 2970028 w 3113713"/>
                <a:gd name="csY0" fmla="*/ 829339 h 2176130"/>
                <a:gd name="csX1" fmla="*/ 2991293 w 3113713"/>
                <a:gd name="csY1" fmla="*/ 971107 h 2176130"/>
                <a:gd name="csX2" fmla="*/ 2998381 w 3113713"/>
                <a:gd name="csY2" fmla="*/ 1013637 h 2176130"/>
                <a:gd name="csX3" fmla="*/ 3026735 w 3113713"/>
                <a:gd name="csY3" fmla="*/ 1070344 h 2176130"/>
                <a:gd name="csX4" fmla="*/ 3033823 w 3113713"/>
                <a:gd name="csY4" fmla="*/ 1098698 h 2176130"/>
                <a:gd name="csX5" fmla="*/ 3048000 w 3113713"/>
                <a:gd name="csY5" fmla="*/ 1134139 h 2176130"/>
                <a:gd name="csX6" fmla="*/ 3055088 w 3113713"/>
                <a:gd name="csY6" fmla="*/ 1169581 h 2176130"/>
                <a:gd name="csX7" fmla="*/ 3069265 w 3113713"/>
                <a:gd name="csY7" fmla="*/ 1212111 h 2176130"/>
                <a:gd name="csX8" fmla="*/ 3083442 w 3113713"/>
                <a:gd name="csY8" fmla="*/ 1275907 h 2176130"/>
                <a:gd name="csX9" fmla="*/ 3090530 w 3113713"/>
                <a:gd name="csY9" fmla="*/ 1318437 h 2176130"/>
                <a:gd name="csX10" fmla="*/ 3104707 w 3113713"/>
                <a:gd name="csY10" fmla="*/ 1368056 h 2176130"/>
                <a:gd name="csX11" fmla="*/ 3104707 w 3113713"/>
                <a:gd name="csY11" fmla="*/ 1715386 h 2176130"/>
                <a:gd name="csX12" fmla="*/ 3097619 w 3113713"/>
                <a:gd name="csY12" fmla="*/ 1743739 h 2176130"/>
                <a:gd name="csX13" fmla="*/ 3090530 w 3113713"/>
                <a:gd name="csY13" fmla="*/ 1786270 h 2176130"/>
                <a:gd name="csX14" fmla="*/ 3083442 w 3113713"/>
                <a:gd name="csY14" fmla="*/ 1807535 h 2176130"/>
                <a:gd name="csX15" fmla="*/ 3076353 w 3113713"/>
                <a:gd name="csY15" fmla="*/ 1850065 h 2176130"/>
                <a:gd name="csX16" fmla="*/ 3062177 w 3113713"/>
                <a:gd name="csY16" fmla="*/ 1899684 h 2176130"/>
                <a:gd name="csX17" fmla="*/ 3048000 w 3113713"/>
                <a:gd name="csY17" fmla="*/ 1956391 h 2176130"/>
                <a:gd name="csX18" fmla="*/ 3040912 w 3113713"/>
                <a:gd name="csY18" fmla="*/ 1984744 h 2176130"/>
                <a:gd name="csX19" fmla="*/ 3026735 w 3113713"/>
                <a:gd name="csY19" fmla="*/ 2041451 h 2176130"/>
                <a:gd name="csX20" fmla="*/ 3019647 w 3113713"/>
                <a:gd name="csY20" fmla="*/ 2069805 h 2176130"/>
                <a:gd name="csX21" fmla="*/ 3005470 w 3113713"/>
                <a:gd name="csY21" fmla="*/ 2098158 h 2176130"/>
                <a:gd name="csX22" fmla="*/ 2998381 w 3113713"/>
                <a:gd name="csY22" fmla="*/ 2119423 h 2176130"/>
                <a:gd name="csX23" fmla="*/ 2991293 w 3113713"/>
                <a:gd name="csY23" fmla="*/ 2154865 h 2176130"/>
                <a:gd name="csX24" fmla="*/ 2970028 w 3113713"/>
                <a:gd name="csY24" fmla="*/ 2176130 h 2176130"/>
                <a:gd name="csX25" fmla="*/ 2282456 w 3113713"/>
                <a:gd name="csY25" fmla="*/ 2169042 h 2176130"/>
                <a:gd name="csX26" fmla="*/ 2183219 w 3113713"/>
                <a:gd name="csY26" fmla="*/ 2161953 h 2176130"/>
                <a:gd name="csX27" fmla="*/ 2069805 w 3113713"/>
                <a:gd name="csY27" fmla="*/ 2147777 h 2176130"/>
                <a:gd name="csX28" fmla="*/ 2013098 w 3113713"/>
                <a:gd name="csY28" fmla="*/ 2140688 h 2176130"/>
                <a:gd name="csX29" fmla="*/ 1913860 w 3113713"/>
                <a:gd name="csY29" fmla="*/ 2119423 h 2176130"/>
                <a:gd name="csX30" fmla="*/ 1871330 w 3113713"/>
                <a:gd name="csY30" fmla="*/ 2105246 h 2176130"/>
                <a:gd name="csX31" fmla="*/ 1835888 w 3113713"/>
                <a:gd name="csY31" fmla="*/ 2098158 h 2176130"/>
                <a:gd name="csX32" fmla="*/ 1765005 w 3113713"/>
                <a:gd name="csY32" fmla="*/ 2069805 h 2176130"/>
                <a:gd name="csX33" fmla="*/ 1679944 w 3113713"/>
                <a:gd name="csY33" fmla="*/ 2041451 h 2176130"/>
                <a:gd name="csX34" fmla="*/ 1637414 w 3113713"/>
                <a:gd name="csY34" fmla="*/ 2027274 h 2176130"/>
                <a:gd name="csX35" fmla="*/ 1601972 w 3113713"/>
                <a:gd name="csY35" fmla="*/ 2013098 h 2176130"/>
                <a:gd name="csX36" fmla="*/ 1559442 w 3113713"/>
                <a:gd name="csY36" fmla="*/ 1998921 h 2176130"/>
                <a:gd name="csX37" fmla="*/ 1488558 w 3113713"/>
                <a:gd name="csY37" fmla="*/ 1970567 h 2176130"/>
                <a:gd name="csX38" fmla="*/ 1460205 w 3113713"/>
                <a:gd name="csY38" fmla="*/ 1956391 h 2176130"/>
                <a:gd name="csX39" fmla="*/ 1438940 w 3113713"/>
                <a:gd name="csY39" fmla="*/ 1949302 h 2176130"/>
                <a:gd name="csX40" fmla="*/ 1417674 w 3113713"/>
                <a:gd name="csY40" fmla="*/ 1935125 h 2176130"/>
                <a:gd name="csX41" fmla="*/ 1375144 w 3113713"/>
                <a:gd name="csY41" fmla="*/ 1920949 h 2176130"/>
                <a:gd name="csX42" fmla="*/ 1304260 w 3113713"/>
                <a:gd name="csY42" fmla="*/ 1899684 h 2176130"/>
                <a:gd name="csX43" fmla="*/ 1197935 w 3113713"/>
                <a:gd name="csY43" fmla="*/ 1885507 h 2176130"/>
                <a:gd name="csX44" fmla="*/ 1070344 w 3113713"/>
                <a:gd name="csY44" fmla="*/ 1857153 h 2176130"/>
                <a:gd name="csX45" fmla="*/ 1034902 w 3113713"/>
                <a:gd name="csY45" fmla="*/ 1850065 h 2176130"/>
                <a:gd name="csX46" fmla="*/ 999460 w 3113713"/>
                <a:gd name="csY46" fmla="*/ 1842977 h 2176130"/>
                <a:gd name="csX47" fmla="*/ 907312 w 3113713"/>
                <a:gd name="csY47" fmla="*/ 1821711 h 2176130"/>
                <a:gd name="csX48" fmla="*/ 864781 w 3113713"/>
                <a:gd name="csY48" fmla="*/ 1807535 h 2176130"/>
                <a:gd name="csX49" fmla="*/ 772633 w 3113713"/>
                <a:gd name="csY49" fmla="*/ 1779181 h 2176130"/>
                <a:gd name="csX50" fmla="*/ 737191 w 3113713"/>
                <a:gd name="csY50" fmla="*/ 1765005 h 2176130"/>
                <a:gd name="csX51" fmla="*/ 694660 w 3113713"/>
                <a:gd name="csY51" fmla="*/ 1750828 h 2176130"/>
                <a:gd name="csX52" fmla="*/ 637953 w 3113713"/>
                <a:gd name="csY52" fmla="*/ 1729563 h 2176130"/>
                <a:gd name="csX53" fmla="*/ 609600 w 3113713"/>
                <a:gd name="csY53" fmla="*/ 1715386 h 2176130"/>
                <a:gd name="csX54" fmla="*/ 552893 w 3113713"/>
                <a:gd name="csY54" fmla="*/ 1701209 h 2176130"/>
                <a:gd name="csX55" fmla="*/ 524540 w 3113713"/>
                <a:gd name="csY55" fmla="*/ 1694121 h 2176130"/>
                <a:gd name="csX56" fmla="*/ 482009 w 3113713"/>
                <a:gd name="csY56" fmla="*/ 1679944 h 2176130"/>
                <a:gd name="csX57" fmla="*/ 439479 w 3113713"/>
                <a:gd name="csY57" fmla="*/ 1672856 h 2176130"/>
                <a:gd name="csX58" fmla="*/ 411126 w 3113713"/>
                <a:gd name="csY58" fmla="*/ 1665767 h 2176130"/>
                <a:gd name="csX59" fmla="*/ 297712 w 3113713"/>
                <a:gd name="csY59" fmla="*/ 1644502 h 2176130"/>
                <a:gd name="csX60" fmla="*/ 276447 w 3113713"/>
                <a:gd name="csY60" fmla="*/ 1637414 h 2176130"/>
                <a:gd name="csX61" fmla="*/ 248093 w 3113713"/>
                <a:gd name="csY61" fmla="*/ 1630325 h 2176130"/>
                <a:gd name="csX62" fmla="*/ 226828 w 3113713"/>
                <a:gd name="csY62" fmla="*/ 1623237 h 2176130"/>
                <a:gd name="csX63" fmla="*/ 170121 w 3113713"/>
                <a:gd name="csY63" fmla="*/ 1609060 h 2176130"/>
                <a:gd name="csX64" fmla="*/ 127591 w 3113713"/>
                <a:gd name="csY64" fmla="*/ 1594884 h 2176130"/>
                <a:gd name="csX65" fmla="*/ 106326 w 3113713"/>
                <a:gd name="csY65" fmla="*/ 1580707 h 2176130"/>
                <a:gd name="csX66" fmla="*/ 85060 w 3113713"/>
                <a:gd name="csY66" fmla="*/ 1538177 h 2176130"/>
                <a:gd name="csX67" fmla="*/ 49619 w 3113713"/>
                <a:gd name="csY67" fmla="*/ 1446028 h 2176130"/>
                <a:gd name="csX68" fmla="*/ 42530 w 3113713"/>
                <a:gd name="csY68" fmla="*/ 1410586 h 2176130"/>
                <a:gd name="csX69" fmla="*/ 28353 w 3113713"/>
                <a:gd name="csY69" fmla="*/ 1382232 h 2176130"/>
                <a:gd name="csX70" fmla="*/ 21265 w 3113713"/>
                <a:gd name="csY70" fmla="*/ 1360967 h 2176130"/>
                <a:gd name="csX71" fmla="*/ 7088 w 3113713"/>
                <a:gd name="csY71" fmla="*/ 1226288 h 2176130"/>
                <a:gd name="csX72" fmla="*/ 0 w 3113713"/>
                <a:gd name="csY72" fmla="*/ 1098698 h 2176130"/>
                <a:gd name="csX73" fmla="*/ 7088 w 3113713"/>
                <a:gd name="csY73" fmla="*/ 559981 h 2176130"/>
                <a:gd name="csX74" fmla="*/ 28353 w 3113713"/>
                <a:gd name="csY74" fmla="*/ 489098 h 2176130"/>
                <a:gd name="csX75" fmla="*/ 42530 w 3113713"/>
                <a:gd name="csY75" fmla="*/ 425302 h 2176130"/>
                <a:gd name="csX76" fmla="*/ 49619 w 3113713"/>
                <a:gd name="csY76" fmla="*/ 396949 h 2176130"/>
                <a:gd name="csX77" fmla="*/ 63795 w 3113713"/>
                <a:gd name="csY77" fmla="*/ 368595 h 2176130"/>
                <a:gd name="csX78" fmla="*/ 70884 w 3113713"/>
                <a:gd name="csY78" fmla="*/ 340242 h 2176130"/>
                <a:gd name="csX79" fmla="*/ 85060 w 3113713"/>
                <a:gd name="csY79" fmla="*/ 297711 h 2176130"/>
                <a:gd name="csX80" fmla="*/ 99237 w 3113713"/>
                <a:gd name="csY80" fmla="*/ 248093 h 2176130"/>
                <a:gd name="csX81" fmla="*/ 106326 w 3113713"/>
                <a:gd name="csY81" fmla="*/ 219739 h 2176130"/>
                <a:gd name="csX82" fmla="*/ 120502 w 3113713"/>
                <a:gd name="csY82" fmla="*/ 177209 h 2176130"/>
                <a:gd name="csX83" fmla="*/ 127591 w 3113713"/>
                <a:gd name="csY83" fmla="*/ 148856 h 2176130"/>
                <a:gd name="csX84" fmla="*/ 141767 w 3113713"/>
                <a:gd name="csY84" fmla="*/ 120502 h 2176130"/>
                <a:gd name="csX85" fmla="*/ 163033 w 3113713"/>
                <a:gd name="csY85" fmla="*/ 77972 h 2176130"/>
                <a:gd name="csX86" fmla="*/ 177209 w 3113713"/>
                <a:gd name="csY86" fmla="*/ 49618 h 2176130"/>
                <a:gd name="csX87" fmla="*/ 198474 w 3113713"/>
                <a:gd name="csY87" fmla="*/ 28353 h 2176130"/>
                <a:gd name="csX88" fmla="*/ 233916 w 3113713"/>
                <a:gd name="csY88" fmla="*/ 0 h 2176130"/>
                <a:gd name="csX89" fmla="*/ 510363 w 3113713"/>
                <a:gd name="csY89" fmla="*/ 14177 h 2176130"/>
                <a:gd name="csX90" fmla="*/ 715926 w 3113713"/>
                <a:gd name="csY90" fmla="*/ 35442 h 2176130"/>
                <a:gd name="csX91" fmla="*/ 815163 w 3113713"/>
                <a:gd name="csY91" fmla="*/ 42530 h 2176130"/>
                <a:gd name="csX92" fmla="*/ 992372 w 3113713"/>
                <a:gd name="csY92" fmla="*/ 56707 h 2176130"/>
                <a:gd name="csX93" fmla="*/ 1034902 w 3113713"/>
                <a:gd name="csY93" fmla="*/ 70884 h 2176130"/>
                <a:gd name="csX94" fmla="*/ 1134140 w 3113713"/>
                <a:gd name="csY94" fmla="*/ 85060 h 2176130"/>
                <a:gd name="csX95" fmla="*/ 1176670 w 3113713"/>
                <a:gd name="csY95" fmla="*/ 92149 h 2176130"/>
                <a:gd name="csX96" fmla="*/ 1275907 w 3113713"/>
                <a:gd name="csY96" fmla="*/ 106325 h 2176130"/>
                <a:gd name="csX97" fmla="*/ 1467293 w 3113713"/>
                <a:gd name="csY97" fmla="*/ 148856 h 2176130"/>
                <a:gd name="csX98" fmla="*/ 1531088 w 3113713"/>
                <a:gd name="csY98" fmla="*/ 163032 h 2176130"/>
                <a:gd name="csX99" fmla="*/ 1623237 w 3113713"/>
                <a:gd name="csY99" fmla="*/ 184298 h 2176130"/>
                <a:gd name="csX100" fmla="*/ 1694121 w 3113713"/>
                <a:gd name="csY100" fmla="*/ 205563 h 2176130"/>
                <a:gd name="csX101" fmla="*/ 1765005 w 3113713"/>
                <a:gd name="csY101" fmla="*/ 226828 h 2176130"/>
                <a:gd name="csX102" fmla="*/ 1864242 w 3113713"/>
                <a:gd name="csY102" fmla="*/ 262270 h 2176130"/>
                <a:gd name="csX103" fmla="*/ 1913860 w 3113713"/>
                <a:gd name="csY103" fmla="*/ 283535 h 2176130"/>
                <a:gd name="csX104" fmla="*/ 2013098 w 3113713"/>
                <a:gd name="csY104" fmla="*/ 311888 h 2176130"/>
                <a:gd name="csX105" fmla="*/ 2254102 w 3113713"/>
                <a:gd name="csY105" fmla="*/ 404037 h 2176130"/>
                <a:gd name="csX106" fmla="*/ 2332074 w 3113713"/>
                <a:gd name="csY106" fmla="*/ 432391 h 2176130"/>
                <a:gd name="csX107" fmla="*/ 2402958 w 3113713"/>
                <a:gd name="csY107" fmla="*/ 460744 h 2176130"/>
                <a:gd name="csX108" fmla="*/ 2537637 w 3113713"/>
                <a:gd name="csY108" fmla="*/ 503274 h 2176130"/>
                <a:gd name="csX109" fmla="*/ 2750288 w 3113713"/>
                <a:gd name="csY109" fmla="*/ 588335 h 2176130"/>
                <a:gd name="csX110" fmla="*/ 2828260 w 3113713"/>
                <a:gd name="csY110" fmla="*/ 616688 h 2176130"/>
                <a:gd name="csX111" fmla="*/ 2892056 w 3113713"/>
                <a:gd name="csY111" fmla="*/ 652130 h 2176130"/>
                <a:gd name="csX112" fmla="*/ 2991293 w 3113713"/>
                <a:gd name="csY112" fmla="*/ 708837 h 2176130"/>
                <a:gd name="csX113" fmla="*/ 3012558 w 3113713"/>
                <a:gd name="csY113" fmla="*/ 723014 h 2176130"/>
                <a:gd name="csX114" fmla="*/ 3055088 w 3113713"/>
                <a:gd name="csY114" fmla="*/ 758456 h 2176130"/>
                <a:gd name="csX115" fmla="*/ 3062177 w 3113713"/>
                <a:gd name="csY115" fmla="*/ 836428 h 2176130"/>
                <a:gd name="csX116" fmla="*/ 3055088 w 3113713"/>
                <a:gd name="csY116" fmla="*/ 857693 h 2176130"/>
                <a:gd name="csX117" fmla="*/ 3033823 w 3113713"/>
                <a:gd name="csY117" fmla="*/ 864781 h 2176130"/>
                <a:gd name="csX118" fmla="*/ 3012558 w 3113713"/>
                <a:gd name="csY118" fmla="*/ 878958 h 2176130"/>
                <a:gd name="csX119" fmla="*/ 3026735 w 3113713"/>
                <a:gd name="csY119" fmla="*/ 1034902 h 2176130"/>
                <a:gd name="csX120" fmla="*/ 3033823 w 3113713"/>
                <a:gd name="csY120" fmla="*/ 1070344 h 2176130"/>
                <a:gd name="csX121" fmla="*/ 3048000 w 3113713"/>
                <a:gd name="csY121" fmla="*/ 1105786 h 2176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</a:cxnLst>
              <a:rect l="l" t="t" r="r" b="b"/>
              <a:pathLst>
                <a:path w="3113713" h="2176130">
                  <a:moveTo>
                    <a:pt x="2970028" y="829339"/>
                  </a:moveTo>
                  <a:cubicBezTo>
                    <a:pt x="2983654" y="1020118"/>
                    <a:pt x="2964162" y="862583"/>
                    <a:pt x="2991293" y="971107"/>
                  </a:cubicBezTo>
                  <a:cubicBezTo>
                    <a:pt x="2994779" y="985050"/>
                    <a:pt x="2993547" y="1000102"/>
                    <a:pt x="2998381" y="1013637"/>
                  </a:cubicBezTo>
                  <a:cubicBezTo>
                    <a:pt x="3005489" y="1033539"/>
                    <a:pt x="3026735" y="1070344"/>
                    <a:pt x="3026735" y="1070344"/>
                  </a:cubicBezTo>
                  <a:cubicBezTo>
                    <a:pt x="3029098" y="1079795"/>
                    <a:pt x="3030742" y="1089456"/>
                    <a:pt x="3033823" y="1098698"/>
                  </a:cubicBezTo>
                  <a:cubicBezTo>
                    <a:pt x="3037847" y="1110769"/>
                    <a:pt x="3044344" y="1121952"/>
                    <a:pt x="3048000" y="1134139"/>
                  </a:cubicBezTo>
                  <a:cubicBezTo>
                    <a:pt x="3051462" y="1145679"/>
                    <a:pt x="3051918" y="1157958"/>
                    <a:pt x="3055088" y="1169581"/>
                  </a:cubicBezTo>
                  <a:cubicBezTo>
                    <a:pt x="3059020" y="1183998"/>
                    <a:pt x="3064971" y="1197798"/>
                    <a:pt x="3069265" y="1212111"/>
                  </a:cubicBezTo>
                  <a:cubicBezTo>
                    <a:pt x="3074513" y="1229605"/>
                    <a:pt x="3080331" y="1258798"/>
                    <a:pt x="3083442" y="1275907"/>
                  </a:cubicBezTo>
                  <a:cubicBezTo>
                    <a:pt x="3086013" y="1290047"/>
                    <a:pt x="3087298" y="1304433"/>
                    <a:pt x="3090530" y="1318437"/>
                  </a:cubicBezTo>
                  <a:cubicBezTo>
                    <a:pt x="3094398" y="1335198"/>
                    <a:pt x="3099981" y="1351516"/>
                    <a:pt x="3104707" y="1368056"/>
                  </a:cubicBezTo>
                  <a:cubicBezTo>
                    <a:pt x="3116927" y="1526920"/>
                    <a:pt x="3116502" y="1479480"/>
                    <a:pt x="3104707" y="1715386"/>
                  </a:cubicBezTo>
                  <a:cubicBezTo>
                    <a:pt x="3104221" y="1725116"/>
                    <a:pt x="3099530" y="1734186"/>
                    <a:pt x="3097619" y="1743739"/>
                  </a:cubicBezTo>
                  <a:cubicBezTo>
                    <a:pt x="3094800" y="1757832"/>
                    <a:pt x="3093648" y="1772240"/>
                    <a:pt x="3090530" y="1786270"/>
                  </a:cubicBezTo>
                  <a:cubicBezTo>
                    <a:pt x="3088909" y="1793564"/>
                    <a:pt x="3085063" y="1800241"/>
                    <a:pt x="3083442" y="1807535"/>
                  </a:cubicBezTo>
                  <a:cubicBezTo>
                    <a:pt x="3080324" y="1821565"/>
                    <a:pt x="3079585" y="1836061"/>
                    <a:pt x="3076353" y="1850065"/>
                  </a:cubicBezTo>
                  <a:cubicBezTo>
                    <a:pt x="3072485" y="1866826"/>
                    <a:pt x="3066609" y="1883063"/>
                    <a:pt x="3062177" y="1899684"/>
                  </a:cubicBezTo>
                  <a:cubicBezTo>
                    <a:pt x="3057157" y="1918510"/>
                    <a:pt x="3052726" y="1937489"/>
                    <a:pt x="3048000" y="1956391"/>
                  </a:cubicBezTo>
                  <a:cubicBezTo>
                    <a:pt x="3045637" y="1965842"/>
                    <a:pt x="3042823" y="1975191"/>
                    <a:pt x="3040912" y="1984744"/>
                  </a:cubicBezTo>
                  <a:cubicBezTo>
                    <a:pt x="3026497" y="2056814"/>
                    <a:pt x="3041267" y="1990585"/>
                    <a:pt x="3026735" y="2041451"/>
                  </a:cubicBezTo>
                  <a:cubicBezTo>
                    <a:pt x="3024059" y="2050818"/>
                    <a:pt x="3023068" y="2060683"/>
                    <a:pt x="3019647" y="2069805"/>
                  </a:cubicBezTo>
                  <a:cubicBezTo>
                    <a:pt x="3015937" y="2079699"/>
                    <a:pt x="3009633" y="2088446"/>
                    <a:pt x="3005470" y="2098158"/>
                  </a:cubicBezTo>
                  <a:cubicBezTo>
                    <a:pt x="3002527" y="2105026"/>
                    <a:pt x="3000193" y="2112174"/>
                    <a:pt x="2998381" y="2119423"/>
                  </a:cubicBezTo>
                  <a:cubicBezTo>
                    <a:pt x="2995459" y="2131111"/>
                    <a:pt x="2996681" y="2144089"/>
                    <a:pt x="2991293" y="2154865"/>
                  </a:cubicBezTo>
                  <a:cubicBezTo>
                    <a:pt x="2986810" y="2163831"/>
                    <a:pt x="2977116" y="2169042"/>
                    <a:pt x="2970028" y="2176130"/>
                  </a:cubicBezTo>
                  <a:lnTo>
                    <a:pt x="2282456" y="2169042"/>
                  </a:lnTo>
                  <a:cubicBezTo>
                    <a:pt x="2249298" y="2168445"/>
                    <a:pt x="2216218" y="2165253"/>
                    <a:pt x="2183219" y="2161953"/>
                  </a:cubicBezTo>
                  <a:cubicBezTo>
                    <a:pt x="2145309" y="2158162"/>
                    <a:pt x="2107610" y="2152503"/>
                    <a:pt x="2069805" y="2147777"/>
                  </a:cubicBezTo>
                  <a:cubicBezTo>
                    <a:pt x="2050903" y="2145414"/>
                    <a:pt x="2031579" y="2145308"/>
                    <a:pt x="2013098" y="2140688"/>
                  </a:cubicBezTo>
                  <a:cubicBezTo>
                    <a:pt x="1942448" y="2123025"/>
                    <a:pt x="1975610" y="2129714"/>
                    <a:pt x="1913860" y="2119423"/>
                  </a:cubicBezTo>
                  <a:cubicBezTo>
                    <a:pt x="1899683" y="2114697"/>
                    <a:pt x="1885747" y="2109178"/>
                    <a:pt x="1871330" y="2105246"/>
                  </a:cubicBezTo>
                  <a:cubicBezTo>
                    <a:pt x="1859707" y="2102076"/>
                    <a:pt x="1847318" y="2101968"/>
                    <a:pt x="1835888" y="2098158"/>
                  </a:cubicBezTo>
                  <a:cubicBezTo>
                    <a:pt x="1811746" y="2090111"/>
                    <a:pt x="1789147" y="2077852"/>
                    <a:pt x="1765005" y="2069805"/>
                  </a:cubicBezTo>
                  <a:lnTo>
                    <a:pt x="1679944" y="2041451"/>
                  </a:lnTo>
                  <a:cubicBezTo>
                    <a:pt x="1665767" y="2036725"/>
                    <a:pt x="1651289" y="2032824"/>
                    <a:pt x="1637414" y="2027274"/>
                  </a:cubicBezTo>
                  <a:cubicBezTo>
                    <a:pt x="1625600" y="2022549"/>
                    <a:pt x="1613930" y="2017446"/>
                    <a:pt x="1601972" y="2013098"/>
                  </a:cubicBezTo>
                  <a:cubicBezTo>
                    <a:pt x="1587928" y="2007991"/>
                    <a:pt x="1573434" y="2004168"/>
                    <a:pt x="1559442" y="1998921"/>
                  </a:cubicBezTo>
                  <a:cubicBezTo>
                    <a:pt x="1535614" y="1989985"/>
                    <a:pt x="1511320" y="1981947"/>
                    <a:pt x="1488558" y="1970567"/>
                  </a:cubicBezTo>
                  <a:cubicBezTo>
                    <a:pt x="1479107" y="1965842"/>
                    <a:pt x="1469917" y="1960553"/>
                    <a:pt x="1460205" y="1956391"/>
                  </a:cubicBezTo>
                  <a:cubicBezTo>
                    <a:pt x="1453337" y="1953448"/>
                    <a:pt x="1445623" y="1952644"/>
                    <a:pt x="1438940" y="1949302"/>
                  </a:cubicBezTo>
                  <a:cubicBezTo>
                    <a:pt x="1431320" y="1945492"/>
                    <a:pt x="1425459" y="1938585"/>
                    <a:pt x="1417674" y="1935125"/>
                  </a:cubicBezTo>
                  <a:cubicBezTo>
                    <a:pt x="1404018" y="1929056"/>
                    <a:pt x="1375144" y="1920949"/>
                    <a:pt x="1375144" y="1920949"/>
                  </a:cubicBezTo>
                  <a:cubicBezTo>
                    <a:pt x="1338567" y="1896564"/>
                    <a:pt x="1365078" y="1909821"/>
                    <a:pt x="1304260" y="1899684"/>
                  </a:cubicBezTo>
                  <a:cubicBezTo>
                    <a:pt x="1216159" y="1885000"/>
                    <a:pt x="1338705" y="1899583"/>
                    <a:pt x="1197935" y="1885507"/>
                  </a:cubicBezTo>
                  <a:cubicBezTo>
                    <a:pt x="1117858" y="1865487"/>
                    <a:pt x="1160325" y="1875149"/>
                    <a:pt x="1070344" y="1857153"/>
                  </a:cubicBezTo>
                  <a:lnTo>
                    <a:pt x="1034902" y="1850065"/>
                  </a:lnTo>
                  <a:cubicBezTo>
                    <a:pt x="1023088" y="1847702"/>
                    <a:pt x="1010890" y="1846787"/>
                    <a:pt x="999460" y="1842977"/>
                  </a:cubicBezTo>
                  <a:cubicBezTo>
                    <a:pt x="941080" y="1823517"/>
                    <a:pt x="971723" y="1830914"/>
                    <a:pt x="907312" y="1821711"/>
                  </a:cubicBezTo>
                  <a:cubicBezTo>
                    <a:pt x="893135" y="1816986"/>
                    <a:pt x="879064" y="1811930"/>
                    <a:pt x="864781" y="1807535"/>
                  </a:cubicBezTo>
                  <a:cubicBezTo>
                    <a:pt x="812349" y="1791402"/>
                    <a:pt x="821443" y="1796930"/>
                    <a:pt x="772633" y="1779181"/>
                  </a:cubicBezTo>
                  <a:cubicBezTo>
                    <a:pt x="760675" y="1774833"/>
                    <a:pt x="749149" y="1769353"/>
                    <a:pt x="737191" y="1765005"/>
                  </a:cubicBezTo>
                  <a:cubicBezTo>
                    <a:pt x="723147" y="1759898"/>
                    <a:pt x="708535" y="1756378"/>
                    <a:pt x="694660" y="1750828"/>
                  </a:cubicBezTo>
                  <a:cubicBezTo>
                    <a:pt x="632883" y="1726117"/>
                    <a:pt x="699340" y="1744909"/>
                    <a:pt x="637953" y="1729563"/>
                  </a:cubicBezTo>
                  <a:cubicBezTo>
                    <a:pt x="628502" y="1724837"/>
                    <a:pt x="619624" y="1718728"/>
                    <a:pt x="609600" y="1715386"/>
                  </a:cubicBezTo>
                  <a:cubicBezTo>
                    <a:pt x="591116" y="1709224"/>
                    <a:pt x="571795" y="1705935"/>
                    <a:pt x="552893" y="1701209"/>
                  </a:cubicBezTo>
                  <a:cubicBezTo>
                    <a:pt x="543442" y="1698846"/>
                    <a:pt x="533782" y="1697202"/>
                    <a:pt x="524540" y="1694121"/>
                  </a:cubicBezTo>
                  <a:cubicBezTo>
                    <a:pt x="510363" y="1689395"/>
                    <a:pt x="496750" y="1682401"/>
                    <a:pt x="482009" y="1679944"/>
                  </a:cubicBezTo>
                  <a:cubicBezTo>
                    <a:pt x="467832" y="1677581"/>
                    <a:pt x="453572" y="1675675"/>
                    <a:pt x="439479" y="1672856"/>
                  </a:cubicBezTo>
                  <a:cubicBezTo>
                    <a:pt x="429926" y="1670945"/>
                    <a:pt x="420701" y="1667562"/>
                    <a:pt x="411126" y="1665767"/>
                  </a:cubicBezTo>
                  <a:cubicBezTo>
                    <a:pt x="356674" y="1655557"/>
                    <a:pt x="340321" y="1656676"/>
                    <a:pt x="297712" y="1644502"/>
                  </a:cubicBezTo>
                  <a:cubicBezTo>
                    <a:pt x="290528" y="1642449"/>
                    <a:pt x="283631" y="1639467"/>
                    <a:pt x="276447" y="1637414"/>
                  </a:cubicBezTo>
                  <a:cubicBezTo>
                    <a:pt x="267080" y="1634738"/>
                    <a:pt x="257460" y="1633001"/>
                    <a:pt x="248093" y="1630325"/>
                  </a:cubicBezTo>
                  <a:cubicBezTo>
                    <a:pt x="240909" y="1628272"/>
                    <a:pt x="234036" y="1625203"/>
                    <a:pt x="226828" y="1623237"/>
                  </a:cubicBezTo>
                  <a:cubicBezTo>
                    <a:pt x="208030" y="1618110"/>
                    <a:pt x="188605" y="1615221"/>
                    <a:pt x="170121" y="1609060"/>
                  </a:cubicBezTo>
                  <a:lnTo>
                    <a:pt x="127591" y="1594884"/>
                  </a:lnTo>
                  <a:cubicBezTo>
                    <a:pt x="120503" y="1590158"/>
                    <a:pt x="112350" y="1586731"/>
                    <a:pt x="106326" y="1580707"/>
                  </a:cubicBezTo>
                  <a:cubicBezTo>
                    <a:pt x="89300" y="1563681"/>
                    <a:pt x="93707" y="1558354"/>
                    <a:pt x="85060" y="1538177"/>
                  </a:cubicBezTo>
                  <a:cubicBezTo>
                    <a:pt x="66535" y="1494952"/>
                    <a:pt x="62187" y="1508864"/>
                    <a:pt x="49619" y="1446028"/>
                  </a:cubicBezTo>
                  <a:cubicBezTo>
                    <a:pt x="47256" y="1434214"/>
                    <a:pt x="46340" y="1422016"/>
                    <a:pt x="42530" y="1410586"/>
                  </a:cubicBezTo>
                  <a:cubicBezTo>
                    <a:pt x="39188" y="1400561"/>
                    <a:pt x="32515" y="1391945"/>
                    <a:pt x="28353" y="1382232"/>
                  </a:cubicBezTo>
                  <a:cubicBezTo>
                    <a:pt x="25410" y="1375364"/>
                    <a:pt x="23628" y="1368055"/>
                    <a:pt x="21265" y="1360967"/>
                  </a:cubicBezTo>
                  <a:cubicBezTo>
                    <a:pt x="14405" y="1306087"/>
                    <a:pt x="11154" y="1285250"/>
                    <a:pt x="7088" y="1226288"/>
                  </a:cubicBezTo>
                  <a:cubicBezTo>
                    <a:pt x="4157" y="1183793"/>
                    <a:pt x="2363" y="1141228"/>
                    <a:pt x="0" y="1098698"/>
                  </a:cubicBezTo>
                  <a:cubicBezTo>
                    <a:pt x="2363" y="919126"/>
                    <a:pt x="2655" y="739514"/>
                    <a:pt x="7088" y="559981"/>
                  </a:cubicBezTo>
                  <a:cubicBezTo>
                    <a:pt x="7835" y="529748"/>
                    <a:pt x="19036" y="517048"/>
                    <a:pt x="28353" y="489098"/>
                  </a:cubicBezTo>
                  <a:cubicBezTo>
                    <a:pt x="34119" y="471800"/>
                    <a:pt x="38781" y="442170"/>
                    <a:pt x="42530" y="425302"/>
                  </a:cubicBezTo>
                  <a:cubicBezTo>
                    <a:pt x="44643" y="415792"/>
                    <a:pt x="46198" y="406071"/>
                    <a:pt x="49619" y="396949"/>
                  </a:cubicBezTo>
                  <a:cubicBezTo>
                    <a:pt x="53329" y="387055"/>
                    <a:pt x="60085" y="378489"/>
                    <a:pt x="63795" y="368595"/>
                  </a:cubicBezTo>
                  <a:cubicBezTo>
                    <a:pt x="67216" y="359473"/>
                    <a:pt x="68085" y="349573"/>
                    <a:pt x="70884" y="340242"/>
                  </a:cubicBezTo>
                  <a:cubicBezTo>
                    <a:pt x="75178" y="325928"/>
                    <a:pt x="81435" y="312208"/>
                    <a:pt x="85060" y="297711"/>
                  </a:cubicBezTo>
                  <a:cubicBezTo>
                    <a:pt x="107225" y="209060"/>
                    <a:pt x="78896" y="319287"/>
                    <a:pt x="99237" y="248093"/>
                  </a:cubicBezTo>
                  <a:cubicBezTo>
                    <a:pt x="101913" y="238726"/>
                    <a:pt x="103527" y="229070"/>
                    <a:pt x="106326" y="219739"/>
                  </a:cubicBezTo>
                  <a:cubicBezTo>
                    <a:pt x="110620" y="205426"/>
                    <a:pt x="116877" y="191706"/>
                    <a:pt x="120502" y="177209"/>
                  </a:cubicBezTo>
                  <a:cubicBezTo>
                    <a:pt x="122865" y="167758"/>
                    <a:pt x="124170" y="157978"/>
                    <a:pt x="127591" y="148856"/>
                  </a:cubicBezTo>
                  <a:cubicBezTo>
                    <a:pt x="131301" y="138962"/>
                    <a:pt x="137605" y="130214"/>
                    <a:pt x="141767" y="120502"/>
                  </a:cubicBezTo>
                  <a:cubicBezTo>
                    <a:pt x="169615" y="55522"/>
                    <a:pt x="124114" y="146082"/>
                    <a:pt x="163033" y="77972"/>
                  </a:cubicBezTo>
                  <a:cubicBezTo>
                    <a:pt x="168275" y="68797"/>
                    <a:pt x="171067" y="58217"/>
                    <a:pt x="177209" y="49618"/>
                  </a:cubicBezTo>
                  <a:cubicBezTo>
                    <a:pt x="183035" y="41461"/>
                    <a:pt x="192056" y="36054"/>
                    <a:pt x="198474" y="28353"/>
                  </a:cubicBezTo>
                  <a:cubicBezTo>
                    <a:pt x="223137" y="-1243"/>
                    <a:pt x="199007" y="11636"/>
                    <a:pt x="233916" y="0"/>
                  </a:cubicBezTo>
                  <a:cubicBezTo>
                    <a:pt x="375121" y="20171"/>
                    <a:pt x="191225" y="-4235"/>
                    <a:pt x="510363" y="14177"/>
                  </a:cubicBezTo>
                  <a:cubicBezTo>
                    <a:pt x="641129" y="21721"/>
                    <a:pt x="619477" y="27055"/>
                    <a:pt x="715926" y="35442"/>
                  </a:cubicBezTo>
                  <a:cubicBezTo>
                    <a:pt x="748965" y="38315"/>
                    <a:pt x="782105" y="39886"/>
                    <a:pt x="815163" y="42530"/>
                  </a:cubicBezTo>
                  <a:cubicBezTo>
                    <a:pt x="1067600" y="62724"/>
                    <a:pt x="687374" y="34919"/>
                    <a:pt x="992372" y="56707"/>
                  </a:cubicBezTo>
                  <a:cubicBezTo>
                    <a:pt x="1006549" y="61433"/>
                    <a:pt x="1020249" y="67953"/>
                    <a:pt x="1034902" y="70884"/>
                  </a:cubicBezTo>
                  <a:cubicBezTo>
                    <a:pt x="1067668" y="77437"/>
                    <a:pt x="1101180" y="79566"/>
                    <a:pt x="1134140" y="85060"/>
                  </a:cubicBezTo>
                  <a:lnTo>
                    <a:pt x="1176670" y="92149"/>
                  </a:lnTo>
                  <a:cubicBezTo>
                    <a:pt x="1209715" y="97106"/>
                    <a:pt x="1243288" y="99076"/>
                    <a:pt x="1275907" y="106325"/>
                  </a:cubicBezTo>
                  <a:lnTo>
                    <a:pt x="1467293" y="148856"/>
                  </a:lnTo>
                  <a:cubicBezTo>
                    <a:pt x="1488558" y="153581"/>
                    <a:pt x="1510142" y="157048"/>
                    <a:pt x="1531088" y="163032"/>
                  </a:cubicBezTo>
                  <a:cubicBezTo>
                    <a:pt x="1594526" y="181157"/>
                    <a:pt x="1563740" y="174381"/>
                    <a:pt x="1623237" y="184298"/>
                  </a:cubicBezTo>
                  <a:cubicBezTo>
                    <a:pt x="1720473" y="223190"/>
                    <a:pt x="1598283" y="176812"/>
                    <a:pt x="1694121" y="205563"/>
                  </a:cubicBezTo>
                  <a:cubicBezTo>
                    <a:pt x="1787378" y="233540"/>
                    <a:pt x="1672935" y="208412"/>
                    <a:pt x="1765005" y="226828"/>
                  </a:cubicBezTo>
                  <a:cubicBezTo>
                    <a:pt x="1900437" y="284871"/>
                    <a:pt x="1730402" y="214470"/>
                    <a:pt x="1864242" y="262270"/>
                  </a:cubicBezTo>
                  <a:cubicBezTo>
                    <a:pt x="1881188" y="268322"/>
                    <a:pt x="1896789" y="277845"/>
                    <a:pt x="1913860" y="283535"/>
                  </a:cubicBezTo>
                  <a:cubicBezTo>
                    <a:pt x="1946498" y="294414"/>
                    <a:pt x="1981477" y="298336"/>
                    <a:pt x="2013098" y="311888"/>
                  </a:cubicBezTo>
                  <a:cubicBezTo>
                    <a:pt x="2166646" y="377694"/>
                    <a:pt x="2066830" y="337585"/>
                    <a:pt x="2254102" y="404037"/>
                  </a:cubicBezTo>
                  <a:lnTo>
                    <a:pt x="2332074" y="432391"/>
                  </a:lnTo>
                  <a:cubicBezTo>
                    <a:pt x="2355855" y="441450"/>
                    <a:pt x="2378583" y="453432"/>
                    <a:pt x="2402958" y="460744"/>
                  </a:cubicBezTo>
                  <a:cubicBezTo>
                    <a:pt x="2452660" y="475655"/>
                    <a:pt x="2489196" y="485835"/>
                    <a:pt x="2537637" y="503274"/>
                  </a:cubicBezTo>
                  <a:cubicBezTo>
                    <a:pt x="2667448" y="550007"/>
                    <a:pt x="2629361" y="537419"/>
                    <a:pt x="2750288" y="588335"/>
                  </a:cubicBezTo>
                  <a:cubicBezTo>
                    <a:pt x="2897527" y="650329"/>
                    <a:pt x="2658655" y="548845"/>
                    <a:pt x="2828260" y="616688"/>
                  </a:cubicBezTo>
                  <a:cubicBezTo>
                    <a:pt x="2854728" y="627276"/>
                    <a:pt x="2866078" y="638142"/>
                    <a:pt x="2892056" y="652130"/>
                  </a:cubicBezTo>
                  <a:cubicBezTo>
                    <a:pt x="2985579" y="702489"/>
                    <a:pt x="2913783" y="657164"/>
                    <a:pt x="2991293" y="708837"/>
                  </a:cubicBezTo>
                  <a:cubicBezTo>
                    <a:pt x="2998381" y="713563"/>
                    <a:pt x="3006534" y="716990"/>
                    <a:pt x="3012558" y="723014"/>
                  </a:cubicBezTo>
                  <a:cubicBezTo>
                    <a:pt x="3039847" y="750303"/>
                    <a:pt x="3025482" y="738718"/>
                    <a:pt x="3055088" y="758456"/>
                  </a:cubicBezTo>
                  <a:cubicBezTo>
                    <a:pt x="3071299" y="807088"/>
                    <a:pt x="3073627" y="790628"/>
                    <a:pt x="3062177" y="836428"/>
                  </a:cubicBezTo>
                  <a:cubicBezTo>
                    <a:pt x="3060365" y="843677"/>
                    <a:pt x="3060371" y="852410"/>
                    <a:pt x="3055088" y="857693"/>
                  </a:cubicBezTo>
                  <a:cubicBezTo>
                    <a:pt x="3049805" y="862976"/>
                    <a:pt x="3040911" y="862418"/>
                    <a:pt x="3033823" y="864781"/>
                  </a:cubicBezTo>
                  <a:cubicBezTo>
                    <a:pt x="3026735" y="869507"/>
                    <a:pt x="3013406" y="870481"/>
                    <a:pt x="3012558" y="878958"/>
                  </a:cubicBezTo>
                  <a:cubicBezTo>
                    <a:pt x="3002830" y="976248"/>
                    <a:pt x="3013286" y="974379"/>
                    <a:pt x="3026735" y="1034902"/>
                  </a:cubicBezTo>
                  <a:cubicBezTo>
                    <a:pt x="3029348" y="1046663"/>
                    <a:pt x="3030653" y="1058721"/>
                    <a:pt x="3033823" y="1070344"/>
                  </a:cubicBezTo>
                  <a:cubicBezTo>
                    <a:pt x="3048747" y="1125066"/>
                    <a:pt x="3048000" y="1126244"/>
                    <a:pt x="3048000" y="1105786"/>
                  </a:cubicBezTo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pic>
        <p:nvPicPr>
          <p:cNvPr id="3" name="圖片 2">
            <a:extLst>
              <a:ext uri="{FF2B5EF4-FFF2-40B4-BE49-F238E27FC236}">
                <a16:creationId xmlns:a16="http://schemas.microsoft.com/office/drawing/2014/main" id="{CDC1A243-1797-EBDD-BC45-8D5243B52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805" y="0"/>
            <a:ext cx="6946195" cy="6890625"/>
          </a:xfrm>
          <a:prstGeom prst="rect">
            <a:avLst/>
          </a:prstGeom>
        </p:spPr>
      </p:pic>
      <p:sp>
        <p:nvSpPr>
          <p:cNvPr id="60" name="Bar 60">
            <a:extLst>
              <a:ext uri="{FF2B5EF4-FFF2-40B4-BE49-F238E27FC236}">
                <a16:creationId xmlns:a16="http://schemas.microsoft.com/office/drawing/2014/main" id="{1542C492-F493-54ED-E133-B17F82BF974F}"/>
              </a:ext>
            </a:extLst>
          </p:cNvPr>
          <p:cNvSpPr/>
          <p:nvPr/>
        </p:nvSpPr>
        <p:spPr>
          <a:xfrm>
            <a:off x="558800" y="660400"/>
            <a:ext cx="685800" cy="762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Headline">
            <a:extLst>
              <a:ext uri="{FF2B5EF4-FFF2-40B4-BE49-F238E27FC236}">
                <a16:creationId xmlns:a16="http://schemas.microsoft.com/office/drawing/2014/main" id="{122B8B9E-2482-BDCD-ACF3-0F5775533F68}"/>
              </a:ext>
            </a:extLst>
          </p:cNvPr>
          <p:cNvSpPr txBox="1"/>
          <p:nvPr/>
        </p:nvSpPr>
        <p:spPr>
          <a:xfrm>
            <a:off x="533400" y="965200"/>
            <a:ext cx="4318000" cy="1117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zh-TW" altLang="zh-TW" sz="3200" dirty="0">
                <a:solidFill>
                  <a:srgbClr val="3C4C5A"/>
                </a:solidFill>
              </a:rPr>
              <a:t>兩性關係裡的界線</a:t>
            </a:r>
            <a:endParaRPr lang="zh-TW" sz="1500" dirty="0">
              <a:solidFill>
                <a:srgbClr val="3C4C5A"/>
              </a:solidFill>
            </a:endParaRPr>
          </a:p>
        </p:txBody>
      </p:sp>
      <p:sp>
        <p:nvSpPr>
          <p:cNvPr id="62" name="Rules">
            <a:extLst>
              <a:ext uri="{FF2B5EF4-FFF2-40B4-BE49-F238E27FC236}">
                <a16:creationId xmlns:a16="http://schemas.microsoft.com/office/drawing/2014/main" id="{D8A94587-3FD4-081E-F714-176BE610F384}"/>
              </a:ext>
            </a:extLst>
          </p:cNvPr>
          <p:cNvSpPr txBox="1"/>
          <p:nvPr/>
        </p:nvSpPr>
        <p:spPr>
          <a:xfrm>
            <a:off x="533400" y="2413000"/>
            <a:ext cx="4318000" cy="2133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zh-TW" sz="1700" b="1" dirty="0">
                <a:solidFill>
                  <a:srgbClr val="E97132"/>
                </a:solidFill>
              </a:rPr>
              <a:t>01 </a:t>
            </a:r>
            <a:r>
              <a:rPr lang="zh-TW" altLang="en-US" sz="1700" b="1" dirty="0">
                <a:solidFill>
                  <a:srgbClr val="E97132"/>
                </a:solidFill>
              </a:rPr>
              <a:t>不情勒</a:t>
            </a:r>
            <a:endParaRPr lang="zh-TW" sz="1700" b="1" dirty="0">
              <a:solidFill>
                <a:srgbClr val="E97132"/>
              </a:solidFill>
            </a:endParaRPr>
          </a:p>
          <a:p>
            <a:pPr marL="0" indent="0" algn="l">
              <a:spcBef>
                <a:spcPts val="400"/>
              </a:spcBef>
              <a:buNone/>
            </a:pPr>
            <a:r>
              <a:rPr lang="zh-TW" altLang="en-US" sz="1450" dirty="0">
                <a:solidFill>
                  <a:srgbClr val="3C4C5A"/>
                </a:solidFill>
              </a:rPr>
              <a:t>愛情不能情勒，但作業可以</a:t>
            </a:r>
            <a:r>
              <a:rPr lang="zh-TW" sz="1450" dirty="0">
                <a:solidFill>
                  <a:srgbClr val="3C4C5A"/>
                </a:solidFill>
              </a:rPr>
              <a:t>。</a:t>
            </a:r>
          </a:p>
          <a:p>
            <a:pPr marL="0" indent="0" algn="l">
              <a:spcBef>
                <a:spcPts val="1500"/>
              </a:spcBef>
              <a:buNone/>
            </a:pPr>
            <a:r>
              <a:rPr lang="zh-TW" sz="1700" b="1" dirty="0">
                <a:solidFill>
                  <a:srgbClr val="E97132"/>
                </a:solidFill>
              </a:rPr>
              <a:t>02 </a:t>
            </a:r>
            <a:r>
              <a:rPr lang="zh-TW" altLang="en-US" sz="1700" b="1" dirty="0">
                <a:solidFill>
                  <a:srgbClr val="E97132"/>
                </a:solidFill>
              </a:rPr>
              <a:t>不扣分</a:t>
            </a:r>
            <a:endParaRPr lang="zh-TW" sz="1700" b="1" dirty="0">
              <a:solidFill>
                <a:srgbClr val="E97132"/>
              </a:solidFill>
            </a:endParaRPr>
          </a:p>
          <a:p>
            <a:pPr marL="0" indent="0" algn="l">
              <a:spcBef>
                <a:spcPts val="400"/>
              </a:spcBef>
              <a:buNone/>
            </a:pPr>
            <a:r>
              <a:rPr lang="en-US" altLang="zh-TW" sz="1450" dirty="0">
                <a:solidFill>
                  <a:srgbClr val="3C4C5A"/>
                </a:solidFill>
              </a:rPr>
              <a:t>Ai</a:t>
            </a:r>
            <a:r>
              <a:rPr lang="zh-TW" altLang="en-US" sz="1450" dirty="0">
                <a:solidFill>
                  <a:srgbClr val="3C4C5A"/>
                </a:solidFill>
              </a:rPr>
              <a:t>的文案太雷霆，此處留白</a:t>
            </a:r>
            <a:r>
              <a:rPr lang="zh-TW" sz="1450" dirty="0">
                <a:solidFill>
                  <a:srgbClr val="3C4C5A"/>
                </a:solidFill>
              </a:rPr>
              <a:t>。</a:t>
            </a:r>
          </a:p>
          <a:p>
            <a:pPr marL="0" indent="0" algn="l">
              <a:spcBef>
                <a:spcPts val="1500"/>
              </a:spcBef>
              <a:buNone/>
            </a:pPr>
            <a:r>
              <a:rPr lang="zh-TW" sz="1700" b="1" dirty="0">
                <a:solidFill>
                  <a:srgbClr val="E97132"/>
                </a:solidFill>
              </a:rPr>
              <a:t>03 不</a:t>
            </a:r>
            <a:r>
              <a:rPr lang="zh-TW" altLang="en-US" sz="1700" b="1" dirty="0">
                <a:solidFill>
                  <a:srgbClr val="E97132"/>
                </a:solidFill>
              </a:rPr>
              <a:t>衝動</a:t>
            </a:r>
            <a:endParaRPr lang="zh-TW" sz="1700" b="1" dirty="0">
              <a:solidFill>
                <a:srgbClr val="E97132"/>
              </a:solidFill>
            </a:endParaRPr>
          </a:p>
          <a:p>
            <a:pPr>
              <a:spcBef>
                <a:spcPts val="400"/>
              </a:spcBef>
            </a:pPr>
            <a:r>
              <a:rPr lang="zh-TW" altLang="en-US" sz="1450" dirty="0">
                <a:solidFill>
                  <a:srgbClr val="3C4C5A"/>
                </a:solidFill>
              </a:rPr>
              <a:t>頭與膝蓋都是不錯的大腦</a:t>
            </a:r>
            <a:r>
              <a:rPr lang="zh-TW" altLang="zh-TW" sz="1450" dirty="0">
                <a:solidFill>
                  <a:srgbClr val="3C4C5A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176140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63966-C2AE-AC24-0D59-0EB69C026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39C1781-7517-07E7-368F-08BC3C028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058" y="0"/>
            <a:ext cx="8269942" cy="6858000"/>
          </a:xfrm>
          <a:prstGeom prst="rect">
            <a:avLst/>
          </a:prstGeom>
        </p:spPr>
      </p:pic>
      <p:sp>
        <p:nvSpPr>
          <p:cNvPr id="60" name="Accent Bar"/>
          <p:cNvSpPr/>
          <p:nvPr/>
        </p:nvSpPr>
        <p:spPr>
          <a:xfrm>
            <a:off x="482600" y="635000"/>
            <a:ext cx="635000" cy="762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Headline"/>
          <p:cNvSpPr txBox="1"/>
          <p:nvPr/>
        </p:nvSpPr>
        <p:spPr>
          <a:xfrm>
            <a:off x="457200" y="914400"/>
            <a:ext cx="3464858" cy="990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zh-TW" altLang="en-US" sz="2800" b="1" dirty="0">
                <a:solidFill>
                  <a:srgbClr val="0E2841"/>
                </a:solidFill>
              </a:rPr>
              <a:t>約會不要去的</a:t>
            </a:r>
            <a:r>
              <a:rPr lang="zh-TW" sz="2800" b="1" dirty="0">
                <a:solidFill>
                  <a:srgbClr val="0E2841"/>
                </a:solidFill>
              </a:rPr>
              <a:t>小吃</a:t>
            </a:r>
          </a:p>
          <a:p>
            <a:pPr algn="l">
              <a:spcBef>
                <a:spcPts val="600"/>
              </a:spcBef>
              <a:buNone/>
            </a:pPr>
            <a:r>
              <a:rPr lang="zh-TW" altLang="en-US" sz="1500" dirty="0">
                <a:solidFill>
                  <a:srgbClr val="3C4C5A"/>
                </a:solidFill>
              </a:rPr>
              <a:t>別搶我位子</a:t>
            </a:r>
            <a:endParaRPr lang="zh-TW" sz="1500" dirty="0">
              <a:solidFill>
                <a:srgbClr val="3C4C5A"/>
              </a:solidFill>
            </a:endParaRPr>
          </a:p>
        </p:txBody>
      </p:sp>
      <p:sp>
        <p:nvSpPr>
          <p:cNvPr id="62" name="Shop List"/>
          <p:cNvSpPr txBox="1"/>
          <p:nvPr/>
        </p:nvSpPr>
        <p:spPr>
          <a:xfrm>
            <a:off x="457200" y="2082800"/>
            <a:ext cx="3276600" cy="2946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zh-TW" sz="1650" b="1" dirty="0">
                <a:solidFill>
                  <a:srgbClr val="E97132"/>
                </a:solidFill>
              </a:rPr>
              <a:t>九九豆漿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zh-TW" sz="1400" dirty="0">
                <a:solidFill>
                  <a:srgbClr val="3C4C5A"/>
                </a:solidFill>
              </a:rPr>
              <a:t>現磨豆漿配蛋餅・經典早餐</a:t>
            </a:r>
          </a:p>
          <a:p>
            <a:pPr marL="0" indent="0" algn="l">
              <a:spcBef>
                <a:spcPts val="1200"/>
              </a:spcBef>
              <a:buNone/>
            </a:pPr>
            <a:r>
              <a:rPr lang="zh-TW" sz="1650" b="1" dirty="0">
                <a:solidFill>
                  <a:srgbClr val="E97132"/>
                </a:solidFill>
              </a:rPr>
              <a:t>50健康餐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zh-TW" sz="1400" dirty="0">
                <a:solidFill>
                  <a:srgbClr val="3C4C5A"/>
                </a:solidFill>
              </a:rPr>
              <a:t>少油少鹽・上班族便當</a:t>
            </a:r>
          </a:p>
          <a:p>
            <a:pPr marL="0" indent="0" algn="l">
              <a:spcBef>
                <a:spcPts val="1200"/>
              </a:spcBef>
              <a:buNone/>
            </a:pPr>
            <a:r>
              <a:rPr lang="zh-TW" sz="1650" b="1" dirty="0">
                <a:solidFill>
                  <a:srgbClr val="E97132"/>
                </a:solidFill>
              </a:rPr>
              <a:t>北大港燉鴨湯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zh-TW" sz="1400" dirty="0">
                <a:solidFill>
                  <a:srgbClr val="3C4C5A"/>
                </a:solidFill>
              </a:rPr>
              <a:t>燉到脫骨・暖胃鴨湯</a:t>
            </a:r>
          </a:p>
          <a:p>
            <a:pPr marL="0" indent="0" algn="l">
              <a:spcBef>
                <a:spcPts val="1200"/>
              </a:spcBef>
              <a:buNone/>
            </a:pPr>
            <a:r>
              <a:rPr lang="zh-TW" sz="1650" b="1" dirty="0">
                <a:solidFill>
                  <a:srgbClr val="E97132"/>
                </a:solidFill>
              </a:rPr>
              <a:t>30年鵝肉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zh-TW" sz="1400" dirty="0">
                <a:solidFill>
                  <a:srgbClr val="3C4C5A"/>
                </a:solidFill>
              </a:rPr>
              <a:t>老店鵝肉切盤・下酒菜</a:t>
            </a:r>
          </a:p>
        </p:txBody>
      </p:sp>
      <p:sp>
        <p:nvSpPr>
          <p:cNvPr id="63" name="Note Rule"/>
          <p:cNvSpPr/>
          <p:nvPr/>
        </p:nvSpPr>
        <p:spPr>
          <a:xfrm>
            <a:off x="457200" y="5105400"/>
            <a:ext cx="50800" cy="7366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Note"/>
          <p:cNvSpPr txBox="1"/>
          <p:nvPr/>
        </p:nvSpPr>
        <p:spPr>
          <a:xfrm>
            <a:off x="660400" y="5080000"/>
            <a:ext cx="3073400" cy="787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zh-TW" sz="1400" b="1" dirty="0">
                <a:solidFill>
                  <a:srgbClr val="E97132"/>
                </a:solidFill>
              </a:rPr>
              <a:t>提醒</a:t>
            </a:r>
          </a:p>
          <a:p>
            <a:pPr algn="l">
              <a:spcBef>
                <a:spcPts val="300"/>
              </a:spcBef>
              <a:buNone/>
            </a:pPr>
            <a:r>
              <a:rPr lang="zh-TW" sz="1400" dirty="0">
                <a:solidFill>
                  <a:srgbClr val="3C4C5A"/>
                </a:solidFill>
              </a:rPr>
              <a:t>地址與營業時間依店家公告為準。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6B2787D-4C1C-1C53-8CF9-6D9BB7080891}"/>
              </a:ext>
            </a:extLst>
          </p:cNvPr>
          <p:cNvSpPr/>
          <p:nvPr/>
        </p:nvSpPr>
        <p:spPr>
          <a:xfrm>
            <a:off x="5856789" y="243068"/>
            <a:ext cx="4224759" cy="11666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67375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B0C5E-8A15-9A5C-5C94-9827E3B60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1701591-9767-8508-436E-145783FA5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058" y="0"/>
            <a:ext cx="8269942" cy="6858000"/>
          </a:xfrm>
          <a:prstGeom prst="rect">
            <a:avLst/>
          </a:prstGeom>
        </p:spPr>
      </p:pic>
      <p:sp>
        <p:nvSpPr>
          <p:cNvPr id="60" name="Accent Bar">
            <a:extLst>
              <a:ext uri="{FF2B5EF4-FFF2-40B4-BE49-F238E27FC236}">
                <a16:creationId xmlns:a16="http://schemas.microsoft.com/office/drawing/2014/main" id="{2F3BF8BE-B542-BF07-4A90-CB8CBA2B6D23}"/>
              </a:ext>
            </a:extLst>
          </p:cNvPr>
          <p:cNvSpPr/>
          <p:nvPr/>
        </p:nvSpPr>
        <p:spPr>
          <a:xfrm>
            <a:off x="482600" y="635000"/>
            <a:ext cx="635000" cy="762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Shop List">
            <a:extLst>
              <a:ext uri="{FF2B5EF4-FFF2-40B4-BE49-F238E27FC236}">
                <a16:creationId xmlns:a16="http://schemas.microsoft.com/office/drawing/2014/main" id="{BC96C764-B2E3-5648-04C4-054F0A29E049}"/>
              </a:ext>
            </a:extLst>
          </p:cNvPr>
          <p:cNvSpPr txBox="1"/>
          <p:nvPr/>
        </p:nvSpPr>
        <p:spPr>
          <a:xfrm>
            <a:off x="457200" y="2082800"/>
            <a:ext cx="3276600" cy="2946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zh-TW" sz="1650" b="1" dirty="0">
                <a:solidFill>
                  <a:srgbClr val="E97132"/>
                </a:solidFill>
              </a:rPr>
              <a:t>九九豆漿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zh-TW" sz="1400" dirty="0">
                <a:solidFill>
                  <a:srgbClr val="3C4C5A"/>
                </a:solidFill>
              </a:rPr>
              <a:t>現磨豆漿配蛋餅・經典早餐</a:t>
            </a:r>
          </a:p>
          <a:p>
            <a:pPr marL="0" indent="0" algn="l">
              <a:spcBef>
                <a:spcPts val="1200"/>
              </a:spcBef>
              <a:buNone/>
            </a:pPr>
            <a:r>
              <a:rPr lang="zh-TW" sz="1650" b="1" dirty="0">
                <a:solidFill>
                  <a:srgbClr val="E97132"/>
                </a:solidFill>
              </a:rPr>
              <a:t>50健康餐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zh-TW" sz="1400" dirty="0">
                <a:solidFill>
                  <a:srgbClr val="3C4C5A"/>
                </a:solidFill>
              </a:rPr>
              <a:t>少油少鹽・上班族便當</a:t>
            </a:r>
          </a:p>
          <a:p>
            <a:pPr marL="0" indent="0" algn="l">
              <a:spcBef>
                <a:spcPts val="1200"/>
              </a:spcBef>
              <a:buNone/>
            </a:pPr>
            <a:r>
              <a:rPr lang="zh-TW" sz="1650" b="1" dirty="0">
                <a:solidFill>
                  <a:srgbClr val="E97132"/>
                </a:solidFill>
              </a:rPr>
              <a:t>北大港燉鴨湯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zh-TW" sz="1400" dirty="0">
                <a:solidFill>
                  <a:srgbClr val="3C4C5A"/>
                </a:solidFill>
              </a:rPr>
              <a:t>燉到脫骨・暖胃鴨湯</a:t>
            </a:r>
          </a:p>
          <a:p>
            <a:pPr marL="0" indent="0" algn="l">
              <a:spcBef>
                <a:spcPts val="1200"/>
              </a:spcBef>
              <a:buNone/>
            </a:pPr>
            <a:r>
              <a:rPr lang="zh-TW" sz="1650" b="1" dirty="0">
                <a:solidFill>
                  <a:srgbClr val="E97132"/>
                </a:solidFill>
              </a:rPr>
              <a:t>30年鵝肉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zh-TW" sz="1400" dirty="0">
                <a:solidFill>
                  <a:srgbClr val="3C4C5A"/>
                </a:solidFill>
              </a:rPr>
              <a:t>老店鵝肉切盤・下酒菜</a:t>
            </a:r>
          </a:p>
        </p:txBody>
      </p:sp>
      <p:sp>
        <p:nvSpPr>
          <p:cNvPr id="63" name="Note Rule">
            <a:extLst>
              <a:ext uri="{FF2B5EF4-FFF2-40B4-BE49-F238E27FC236}">
                <a16:creationId xmlns:a16="http://schemas.microsoft.com/office/drawing/2014/main" id="{2D6C8F7C-774D-7964-946E-ECB0A74A8B64}"/>
              </a:ext>
            </a:extLst>
          </p:cNvPr>
          <p:cNvSpPr/>
          <p:nvPr/>
        </p:nvSpPr>
        <p:spPr>
          <a:xfrm>
            <a:off x="457200" y="5105400"/>
            <a:ext cx="50800" cy="7366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Note">
            <a:extLst>
              <a:ext uri="{FF2B5EF4-FFF2-40B4-BE49-F238E27FC236}">
                <a16:creationId xmlns:a16="http://schemas.microsoft.com/office/drawing/2014/main" id="{EF6C57EE-C0E7-0D86-E6B0-C117F0293DF6}"/>
              </a:ext>
            </a:extLst>
          </p:cNvPr>
          <p:cNvSpPr txBox="1"/>
          <p:nvPr/>
        </p:nvSpPr>
        <p:spPr>
          <a:xfrm>
            <a:off x="660400" y="5080000"/>
            <a:ext cx="3073400" cy="787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zh-TW" sz="1400" b="1" dirty="0">
                <a:solidFill>
                  <a:srgbClr val="E97132"/>
                </a:solidFill>
              </a:rPr>
              <a:t>提醒</a:t>
            </a:r>
          </a:p>
          <a:p>
            <a:pPr algn="l">
              <a:spcBef>
                <a:spcPts val="300"/>
              </a:spcBef>
              <a:buNone/>
            </a:pPr>
            <a:r>
              <a:rPr lang="zh-TW" sz="1400" dirty="0">
                <a:solidFill>
                  <a:srgbClr val="3C4C5A"/>
                </a:solidFill>
              </a:rPr>
              <a:t>地址與營業時間依店家公告為準。</a:t>
            </a:r>
          </a:p>
        </p:txBody>
      </p:sp>
      <p:sp>
        <p:nvSpPr>
          <p:cNvPr id="5" name="Headline">
            <a:extLst>
              <a:ext uri="{FF2B5EF4-FFF2-40B4-BE49-F238E27FC236}">
                <a16:creationId xmlns:a16="http://schemas.microsoft.com/office/drawing/2014/main" id="{865247B6-72EA-875E-1F3F-F8506E349AD5}"/>
              </a:ext>
            </a:extLst>
          </p:cNvPr>
          <p:cNvSpPr txBox="1"/>
          <p:nvPr/>
        </p:nvSpPr>
        <p:spPr>
          <a:xfrm>
            <a:off x="457200" y="914400"/>
            <a:ext cx="3464858" cy="990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zh-TW" altLang="en-US" sz="2800" b="1" dirty="0">
                <a:solidFill>
                  <a:srgbClr val="0E2841"/>
                </a:solidFill>
              </a:rPr>
              <a:t>約會不要去的</a:t>
            </a:r>
            <a:r>
              <a:rPr lang="zh-TW" sz="2800" b="1" dirty="0">
                <a:solidFill>
                  <a:srgbClr val="0E2841"/>
                </a:solidFill>
              </a:rPr>
              <a:t>小吃</a:t>
            </a:r>
          </a:p>
          <a:p>
            <a:pPr algn="l">
              <a:spcBef>
                <a:spcPts val="600"/>
              </a:spcBef>
              <a:buNone/>
            </a:pPr>
            <a:r>
              <a:rPr lang="zh-TW" altLang="en-US" sz="1500" dirty="0">
                <a:solidFill>
                  <a:srgbClr val="3C4C5A"/>
                </a:solidFill>
              </a:rPr>
              <a:t>別搶我位子</a:t>
            </a:r>
            <a:endParaRPr lang="zh-TW" sz="1500" dirty="0">
              <a:solidFill>
                <a:srgbClr val="3C4C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2590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5B96C-6840-92FC-3483-9D28D6367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0B6E01F-D334-52D0-AF33-828B7F0D8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984" y="-2272"/>
            <a:ext cx="7561052" cy="686027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2180EEF-8588-5DC3-A174-C3A7FAD64528}"/>
              </a:ext>
            </a:extLst>
          </p:cNvPr>
          <p:cNvSpPr/>
          <p:nvPr/>
        </p:nvSpPr>
        <p:spPr>
          <a:xfrm rot="19405026">
            <a:off x="980312" y="2292589"/>
            <a:ext cx="14321262" cy="802365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F4EAA11-BA48-DB66-2688-386FBFECDDC8}"/>
              </a:ext>
            </a:extLst>
          </p:cNvPr>
          <p:cNvSpPr txBox="1"/>
          <p:nvPr/>
        </p:nvSpPr>
        <p:spPr>
          <a:xfrm>
            <a:off x="6096000" y="4120587"/>
            <a:ext cx="473404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8800" dirty="0">
                <a:solidFill>
                  <a:schemeClr val="bg1"/>
                </a:solidFill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他在幹嘛</a:t>
            </a:r>
          </a:p>
        </p:txBody>
      </p:sp>
    </p:spTree>
    <p:extLst>
      <p:ext uri="{BB962C8B-B14F-4D97-AF65-F5344CB8AC3E}">
        <p14:creationId xmlns:p14="http://schemas.microsoft.com/office/powerpoint/2010/main" val="1626197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3E944-8FC2-61B6-4463-1435F24A5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FEDBE3F-FA84-8664-6995-A591437BB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984" y="-2272"/>
            <a:ext cx="7561052" cy="686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7658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FC13D-E5EE-A60C-C4C8-690F263AA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6859FF8-578C-7611-DF98-EBD456283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250"/>
            <a:ext cx="12358370" cy="687849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2517C7E-4038-C70A-94C6-9CA0D4CA2EE2}"/>
              </a:ext>
            </a:extLst>
          </p:cNvPr>
          <p:cNvSpPr/>
          <p:nvPr/>
        </p:nvSpPr>
        <p:spPr>
          <a:xfrm>
            <a:off x="4771505" y="5685905"/>
            <a:ext cx="2776451" cy="78139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AC07370-CE8C-2A2B-1B15-F113647AA9AB}"/>
              </a:ext>
            </a:extLst>
          </p:cNvPr>
          <p:cNvSpPr/>
          <p:nvPr/>
        </p:nvSpPr>
        <p:spPr>
          <a:xfrm>
            <a:off x="479368" y="302031"/>
            <a:ext cx="3211484" cy="91162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628840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6F8C8-0741-6F97-5E68-667BD72CF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D1087D4-1086-3A24-8D46-80A13CFF7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250"/>
            <a:ext cx="12358370" cy="6878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444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A1DE81A-1B4A-60F6-C6E1-06C0BC076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0311" y="-1781527"/>
            <a:ext cx="12282311" cy="912769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FAEA7AF-37DB-2103-D0D6-938D0E79DF09}"/>
              </a:ext>
            </a:extLst>
          </p:cNvPr>
          <p:cNvSpPr/>
          <p:nvPr/>
        </p:nvSpPr>
        <p:spPr>
          <a:xfrm>
            <a:off x="1097280" y="5203767"/>
            <a:ext cx="9676015" cy="118040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391699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AB109-2E26-E20E-FB4D-3228AEBFA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6285133-F4EF-D571-7AF7-C3DD696B2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0311" y="-1781527"/>
            <a:ext cx="12282311" cy="9127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929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3520F782-FBBC-2424-9FAB-12DFEE44256F}"/>
              </a:ext>
            </a:extLst>
          </p:cNvPr>
          <p:cNvSpPr txBox="1"/>
          <p:nvPr/>
        </p:nvSpPr>
        <p:spPr>
          <a:xfrm>
            <a:off x="2572537" y="2412327"/>
            <a:ext cx="70469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6600" dirty="0">
                <a:latin typeface="Kaiti SC" panose="02010600040101010101" pitchFamily="2" charset="-122"/>
                <a:ea typeface="Kaiti SC" panose="02010600040101010101" pitchFamily="2" charset="-122"/>
                <a:cs typeface="Yuppy SC" panose="020F0603040207020204" pitchFamily="34" charset="-122"/>
              </a:rPr>
              <a:t>三分鐘讓你更自信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665C5D6-F93B-A75A-657F-D28A92567D1D}"/>
              </a:ext>
            </a:extLst>
          </p:cNvPr>
          <p:cNvSpPr txBox="1"/>
          <p:nvPr/>
        </p:nvSpPr>
        <p:spPr>
          <a:xfrm>
            <a:off x="-865572" y="1222444"/>
            <a:ext cx="2214978" cy="7786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50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merican Typewriter" panose="02090604020004020304" pitchFamily="18" charset="0"/>
                <a:ea typeface="Apple Symbols" panose="02000000000000000000" pitchFamily="2" charset="-79"/>
                <a:cs typeface="Apple Symbols" panose="02000000000000000000" pitchFamily="2" charset="-79"/>
              </a:rPr>
              <a:t>&amp;</a:t>
            </a:r>
            <a:endParaRPr lang="zh-TW" altLang="en-US" sz="50000" dirty="0">
              <a:solidFill>
                <a:schemeClr val="accent2">
                  <a:lumMod val="20000"/>
                  <a:lumOff val="80000"/>
                </a:schemeClr>
              </a:solidFill>
              <a:latin typeface="American Typewriter" panose="02090604020004020304" pitchFamily="18" charset="0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856E516-72A4-4932-B646-90A18453889F}"/>
              </a:ext>
            </a:extLst>
          </p:cNvPr>
          <p:cNvSpPr txBox="1"/>
          <p:nvPr/>
        </p:nvSpPr>
        <p:spPr>
          <a:xfrm>
            <a:off x="4152530" y="853112"/>
            <a:ext cx="3886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Kaiti SC" panose="02010600040101010101" pitchFamily="2" charset="-122"/>
                <a:ea typeface="Kaiti SC" panose="02010600040101010101" pitchFamily="2" charset="-122"/>
              </a:rPr>
              <a:t>115</a:t>
            </a:r>
            <a:r>
              <a:rPr kumimoji="1" lang="zh-TW" altLang="en-US" dirty="0">
                <a:latin typeface="Kaiti SC" panose="02010600040101010101" pitchFamily="2" charset="-122"/>
                <a:ea typeface="Kaiti SC" panose="02010600040101010101" pitchFamily="2" charset="-122"/>
              </a:rPr>
              <a:t>年高雄科技大學機械工程系學會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C05DA71-ACEE-E03F-B2A2-1FB38A329910}"/>
              </a:ext>
            </a:extLst>
          </p:cNvPr>
          <p:cNvSpPr txBox="1"/>
          <p:nvPr/>
        </p:nvSpPr>
        <p:spPr>
          <a:xfrm>
            <a:off x="8039469" y="5420339"/>
            <a:ext cx="34431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/>
              <a:t>「今天活動我學到很多，</a:t>
            </a:r>
            <a:endParaRPr kumimoji="1" lang="en-US" altLang="zh-TW" sz="2000" dirty="0"/>
          </a:p>
          <a:p>
            <a:pPr algn="r"/>
            <a:r>
              <a:rPr kumimoji="1" lang="zh-TW" altLang="en-US" sz="2000" dirty="0"/>
              <a:t>我不再是以前的那個我」</a:t>
            </a:r>
          </a:p>
        </p:txBody>
      </p:sp>
    </p:spTree>
    <p:extLst>
      <p:ext uri="{BB962C8B-B14F-4D97-AF65-F5344CB8AC3E}">
        <p14:creationId xmlns:p14="http://schemas.microsoft.com/office/powerpoint/2010/main" val="1356245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36526-9BE3-32C5-8809-2D5A81FAB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BD2D8347-7AA2-BACA-FA94-1FB88391A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045" y="0"/>
            <a:ext cx="7405955" cy="6858000"/>
          </a:xfrm>
          <a:prstGeom prst="rect">
            <a:avLst/>
          </a:prstGeom>
        </p:spPr>
      </p:pic>
      <p:sp>
        <p:nvSpPr>
          <p:cNvPr id="60" name="Accent Bar"/>
          <p:cNvSpPr/>
          <p:nvPr/>
        </p:nvSpPr>
        <p:spPr>
          <a:xfrm>
            <a:off x="558800" y="660400"/>
            <a:ext cx="685800" cy="762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Headline"/>
          <p:cNvSpPr txBox="1"/>
          <p:nvPr/>
        </p:nvSpPr>
        <p:spPr>
          <a:xfrm>
            <a:off x="533400" y="965200"/>
            <a:ext cx="3886200" cy="1117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zh-TW" sz="3200" b="1" dirty="0">
                <a:solidFill>
                  <a:srgbClr val="0E2841"/>
                </a:solidFill>
              </a:rPr>
              <a:t>人物攝影結構拆解</a:t>
            </a:r>
          </a:p>
          <a:p>
            <a:pPr algn="l">
              <a:spcBef>
                <a:spcPts val="700"/>
              </a:spcBef>
              <a:buNone/>
            </a:pPr>
            <a:r>
              <a:rPr lang="zh-TW" sz="1500" dirty="0">
                <a:solidFill>
                  <a:srgbClr val="3C4C5A"/>
                </a:solidFill>
              </a:rPr>
              <a:t>以這張梗圖為例的五個要素</a:t>
            </a:r>
          </a:p>
        </p:txBody>
      </p:sp>
      <p:sp>
        <p:nvSpPr>
          <p:cNvPr id="62" name="Structure Points"/>
          <p:cNvSpPr txBox="1"/>
          <p:nvPr/>
        </p:nvSpPr>
        <p:spPr>
          <a:xfrm>
            <a:off x="533400" y="2743200"/>
            <a:ext cx="3886200" cy="3759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zh-TW" sz="1700" b="1" dirty="0">
                <a:solidFill>
                  <a:srgbClr val="E97132"/>
                </a:solidFill>
              </a:rPr>
              <a:t>01 低機位仰角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zh-TW" sz="1450" dirty="0">
                <a:solidFill>
                  <a:srgbClr val="3C4C5A"/>
                </a:solidFill>
              </a:rPr>
              <a:t>相機貼近地面，拉長腿部線條。</a:t>
            </a:r>
          </a:p>
          <a:p>
            <a:pPr marL="0" indent="0" algn="l">
              <a:spcBef>
                <a:spcPts val="1300"/>
              </a:spcBef>
              <a:buNone/>
            </a:pPr>
            <a:r>
              <a:rPr lang="zh-TW" sz="1700" b="1" dirty="0">
                <a:solidFill>
                  <a:srgbClr val="E97132"/>
                </a:solidFill>
              </a:rPr>
              <a:t>02 對角線透視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zh-TW" sz="1450" dirty="0">
                <a:solidFill>
                  <a:srgbClr val="3C4C5A"/>
                </a:solidFill>
              </a:rPr>
              <a:t>牆面與地面收斂成引導線。</a:t>
            </a:r>
          </a:p>
          <a:p>
            <a:pPr marL="0" indent="0" algn="l">
              <a:spcBef>
                <a:spcPts val="1300"/>
              </a:spcBef>
              <a:buNone/>
            </a:pPr>
            <a:r>
              <a:rPr lang="zh-TW" sz="1700" b="1" dirty="0">
                <a:solidFill>
                  <a:srgbClr val="E97132"/>
                </a:solidFill>
              </a:rPr>
              <a:t>03 右側偏置構圖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zh-TW" sz="1450" dirty="0">
                <a:solidFill>
                  <a:srgbClr val="3C4C5A"/>
                </a:solidFill>
              </a:rPr>
              <a:t>主體偏右，左側留出動線。</a:t>
            </a:r>
          </a:p>
          <a:p>
            <a:pPr marL="0" indent="0" algn="l">
              <a:spcBef>
                <a:spcPts val="1300"/>
              </a:spcBef>
              <a:buNone/>
            </a:pPr>
            <a:r>
              <a:rPr lang="zh-TW" sz="1700" b="1" dirty="0">
                <a:solidFill>
                  <a:srgbClr val="E97132"/>
                </a:solidFill>
              </a:rPr>
              <a:t>04 三角支撐姿態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zh-TW" sz="1450" dirty="0">
                <a:solidFill>
                  <a:srgbClr val="3C4C5A"/>
                </a:solidFill>
              </a:rPr>
              <a:t>背靠牆、單腳踩板成三角。</a:t>
            </a:r>
          </a:p>
          <a:p>
            <a:pPr marL="0" indent="0" algn="l">
              <a:spcBef>
                <a:spcPts val="1300"/>
              </a:spcBef>
              <a:buNone/>
            </a:pPr>
            <a:r>
              <a:rPr lang="zh-TW" sz="1700" b="1" dirty="0">
                <a:solidFill>
                  <a:srgbClr val="E97132"/>
                </a:solidFill>
              </a:rPr>
              <a:t>05 陰天柔光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zh-TW" sz="1450" dirty="0">
                <a:solidFill>
                  <a:srgbClr val="3C4C5A"/>
                </a:solidFill>
              </a:rPr>
              <a:t>無硬陰影，保留材質細節。</a:t>
            </a:r>
          </a:p>
        </p:txBody>
      </p:sp>
      <p:sp>
        <p:nvSpPr>
          <p:cNvPr id="4" name="手繪多邊形 3">
            <a:extLst>
              <a:ext uri="{FF2B5EF4-FFF2-40B4-BE49-F238E27FC236}">
                <a16:creationId xmlns:a16="http://schemas.microsoft.com/office/drawing/2014/main" id="{7B2B7FA3-0FFD-D4C8-855A-2BEBC34EF3CE}"/>
              </a:ext>
            </a:extLst>
          </p:cNvPr>
          <p:cNvSpPr/>
          <p:nvPr/>
        </p:nvSpPr>
        <p:spPr>
          <a:xfrm>
            <a:off x="8704250" y="2792061"/>
            <a:ext cx="907420" cy="1263408"/>
          </a:xfrm>
          <a:custGeom>
            <a:avLst/>
            <a:gdLst>
              <a:gd name="csX0" fmla="*/ 453710 w 907420"/>
              <a:gd name="csY0" fmla="*/ 55841 h 1263408"/>
              <a:gd name="csX1" fmla="*/ 691035 w 907420"/>
              <a:gd name="csY1" fmla="*/ 55841 h 1263408"/>
              <a:gd name="csX2" fmla="*/ 802718 w 907420"/>
              <a:gd name="csY2" fmla="*/ 62821 h 1263408"/>
              <a:gd name="csX3" fmla="*/ 837619 w 907420"/>
              <a:gd name="csY3" fmla="*/ 90742 h 1263408"/>
              <a:gd name="csX4" fmla="*/ 858559 w 907420"/>
              <a:gd name="csY4" fmla="*/ 111683 h 1263408"/>
              <a:gd name="csX5" fmla="*/ 865539 w 907420"/>
              <a:gd name="csY5" fmla="*/ 132623 h 1263408"/>
              <a:gd name="csX6" fmla="*/ 886480 w 907420"/>
              <a:gd name="csY6" fmla="*/ 167524 h 1263408"/>
              <a:gd name="csX7" fmla="*/ 893460 w 907420"/>
              <a:gd name="csY7" fmla="*/ 209405 h 1263408"/>
              <a:gd name="csX8" fmla="*/ 907420 w 907420"/>
              <a:gd name="csY8" fmla="*/ 376928 h 1263408"/>
              <a:gd name="csX9" fmla="*/ 893460 w 907420"/>
              <a:gd name="csY9" fmla="*/ 579353 h 1263408"/>
              <a:gd name="csX10" fmla="*/ 879500 w 907420"/>
              <a:gd name="csY10" fmla="*/ 635194 h 1263408"/>
              <a:gd name="csX11" fmla="*/ 872519 w 907420"/>
              <a:gd name="csY11" fmla="*/ 656134 h 1263408"/>
              <a:gd name="csX12" fmla="*/ 858559 w 907420"/>
              <a:gd name="csY12" fmla="*/ 677075 h 1263408"/>
              <a:gd name="csX13" fmla="*/ 851579 w 907420"/>
              <a:gd name="csY13" fmla="*/ 725936 h 1263408"/>
              <a:gd name="csX14" fmla="*/ 837619 w 907420"/>
              <a:gd name="csY14" fmla="*/ 760837 h 1263408"/>
              <a:gd name="csX15" fmla="*/ 823658 w 907420"/>
              <a:gd name="csY15" fmla="*/ 816678 h 1263408"/>
              <a:gd name="csX16" fmla="*/ 809698 w 907420"/>
              <a:gd name="csY16" fmla="*/ 879499 h 1263408"/>
              <a:gd name="csX17" fmla="*/ 795738 w 907420"/>
              <a:gd name="csY17" fmla="*/ 921380 h 1263408"/>
              <a:gd name="csX18" fmla="*/ 774797 w 907420"/>
              <a:gd name="csY18" fmla="*/ 970241 h 1263408"/>
              <a:gd name="csX19" fmla="*/ 767817 w 907420"/>
              <a:gd name="csY19" fmla="*/ 1012122 h 1263408"/>
              <a:gd name="csX20" fmla="*/ 746877 w 907420"/>
              <a:gd name="csY20" fmla="*/ 1067963 h 1263408"/>
              <a:gd name="csX21" fmla="*/ 718956 w 907420"/>
              <a:gd name="csY21" fmla="*/ 1144745 h 1263408"/>
              <a:gd name="csX22" fmla="*/ 698016 w 907420"/>
              <a:gd name="csY22" fmla="*/ 1193606 h 1263408"/>
              <a:gd name="csX23" fmla="*/ 684055 w 907420"/>
              <a:gd name="csY23" fmla="*/ 1207566 h 1263408"/>
              <a:gd name="csX24" fmla="*/ 614254 w 907420"/>
              <a:gd name="csY24" fmla="*/ 1221527 h 1263408"/>
              <a:gd name="csX25" fmla="*/ 579353 w 907420"/>
              <a:gd name="csY25" fmla="*/ 1228507 h 1263408"/>
              <a:gd name="csX26" fmla="*/ 551432 w 907420"/>
              <a:gd name="csY26" fmla="*/ 1242467 h 1263408"/>
              <a:gd name="csX27" fmla="*/ 502571 w 907420"/>
              <a:gd name="csY27" fmla="*/ 1256428 h 1263408"/>
              <a:gd name="csX28" fmla="*/ 481631 w 907420"/>
              <a:gd name="csY28" fmla="*/ 1263408 h 1263408"/>
              <a:gd name="csX29" fmla="*/ 411829 w 907420"/>
              <a:gd name="csY29" fmla="*/ 1256428 h 1263408"/>
              <a:gd name="csX30" fmla="*/ 369948 w 907420"/>
              <a:gd name="csY30" fmla="*/ 1228507 h 1263408"/>
              <a:gd name="csX31" fmla="*/ 335048 w 907420"/>
              <a:gd name="csY31" fmla="*/ 1200586 h 1263408"/>
              <a:gd name="csX32" fmla="*/ 328068 w 907420"/>
              <a:gd name="csY32" fmla="*/ 935341 h 1263408"/>
              <a:gd name="csX33" fmla="*/ 321087 w 907420"/>
              <a:gd name="csY33" fmla="*/ 907420 h 1263408"/>
              <a:gd name="csX34" fmla="*/ 307127 w 907420"/>
              <a:gd name="csY34" fmla="*/ 837618 h 1263408"/>
              <a:gd name="csX35" fmla="*/ 286187 w 907420"/>
              <a:gd name="csY35" fmla="*/ 774797 h 1263408"/>
              <a:gd name="csX36" fmla="*/ 279206 w 907420"/>
              <a:gd name="csY36" fmla="*/ 753857 h 1263408"/>
              <a:gd name="csX37" fmla="*/ 265246 w 907420"/>
              <a:gd name="csY37" fmla="*/ 691035 h 1263408"/>
              <a:gd name="csX38" fmla="*/ 258266 w 907420"/>
              <a:gd name="csY38" fmla="*/ 663115 h 1263408"/>
              <a:gd name="csX39" fmla="*/ 244306 w 907420"/>
              <a:gd name="csY39" fmla="*/ 649154 h 1263408"/>
              <a:gd name="csX40" fmla="*/ 230345 w 907420"/>
              <a:gd name="csY40" fmla="*/ 628214 h 1263408"/>
              <a:gd name="csX41" fmla="*/ 195445 w 907420"/>
              <a:gd name="csY41" fmla="*/ 572373 h 1263408"/>
              <a:gd name="csX42" fmla="*/ 181484 w 907420"/>
              <a:gd name="csY42" fmla="*/ 586333 h 1263408"/>
              <a:gd name="csX43" fmla="*/ 62822 w 907420"/>
              <a:gd name="csY43" fmla="*/ 600293 h 1263408"/>
              <a:gd name="csX44" fmla="*/ 13961 w 907420"/>
              <a:gd name="csY44" fmla="*/ 586333 h 1263408"/>
              <a:gd name="csX45" fmla="*/ 0 w 907420"/>
              <a:gd name="csY45" fmla="*/ 537472 h 1263408"/>
              <a:gd name="csX46" fmla="*/ 20941 w 907420"/>
              <a:gd name="csY46" fmla="*/ 523512 h 1263408"/>
              <a:gd name="csX47" fmla="*/ 195445 w 907420"/>
              <a:gd name="csY47" fmla="*/ 509551 h 1263408"/>
              <a:gd name="csX48" fmla="*/ 216385 w 907420"/>
              <a:gd name="csY48" fmla="*/ 495591 h 1263408"/>
              <a:gd name="csX49" fmla="*/ 237326 w 907420"/>
              <a:gd name="csY49" fmla="*/ 488611 h 1263408"/>
              <a:gd name="csX50" fmla="*/ 251286 w 907420"/>
              <a:gd name="csY50" fmla="*/ 474650 h 1263408"/>
              <a:gd name="csX51" fmla="*/ 272226 w 907420"/>
              <a:gd name="csY51" fmla="*/ 467670 h 1263408"/>
              <a:gd name="csX52" fmla="*/ 314107 w 907420"/>
              <a:gd name="csY52" fmla="*/ 439750 h 1263408"/>
              <a:gd name="csX53" fmla="*/ 328068 w 907420"/>
              <a:gd name="csY53" fmla="*/ 425789 h 1263408"/>
              <a:gd name="csX54" fmla="*/ 383909 w 907420"/>
              <a:gd name="csY54" fmla="*/ 383908 h 1263408"/>
              <a:gd name="csX55" fmla="*/ 397869 w 907420"/>
              <a:gd name="csY55" fmla="*/ 286186 h 1263408"/>
              <a:gd name="csX56" fmla="*/ 411829 w 907420"/>
              <a:gd name="csY56" fmla="*/ 0 h 1263408"/>
              <a:gd name="csX57" fmla="*/ 432770 w 907420"/>
              <a:gd name="csY57" fmla="*/ 6980 h 1263408"/>
              <a:gd name="csX58" fmla="*/ 460690 w 907420"/>
              <a:gd name="csY58" fmla="*/ 48861 h 1263408"/>
              <a:gd name="csX59" fmla="*/ 453710 w 907420"/>
              <a:gd name="csY59" fmla="*/ 55841 h 12634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</a:cxnLst>
            <a:rect l="l" t="t" r="r" b="b"/>
            <a:pathLst>
              <a:path w="907420" h="1263408">
                <a:moveTo>
                  <a:pt x="453710" y="55841"/>
                </a:moveTo>
                <a:cubicBezTo>
                  <a:pt x="492101" y="57004"/>
                  <a:pt x="429197" y="55841"/>
                  <a:pt x="691035" y="55841"/>
                </a:cubicBezTo>
                <a:cubicBezTo>
                  <a:pt x="728335" y="55841"/>
                  <a:pt x="765490" y="60494"/>
                  <a:pt x="802718" y="62821"/>
                </a:cubicBezTo>
                <a:cubicBezTo>
                  <a:pt x="843329" y="103435"/>
                  <a:pt x="784790" y="46718"/>
                  <a:pt x="837619" y="90742"/>
                </a:cubicBezTo>
                <a:cubicBezTo>
                  <a:pt x="845202" y="97062"/>
                  <a:pt x="851579" y="104703"/>
                  <a:pt x="858559" y="111683"/>
                </a:cubicBezTo>
                <a:cubicBezTo>
                  <a:pt x="860886" y="118663"/>
                  <a:pt x="861753" y="126314"/>
                  <a:pt x="865539" y="132623"/>
                </a:cubicBezTo>
                <a:cubicBezTo>
                  <a:pt x="884922" y="164926"/>
                  <a:pt x="877175" y="125648"/>
                  <a:pt x="886480" y="167524"/>
                </a:cubicBezTo>
                <a:cubicBezTo>
                  <a:pt x="889550" y="181340"/>
                  <a:pt x="891590" y="195376"/>
                  <a:pt x="893460" y="209405"/>
                </a:cubicBezTo>
                <a:cubicBezTo>
                  <a:pt x="902134" y="274462"/>
                  <a:pt x="902639" y="305205"/>
                  <a:pt x="907420" y="376928"/>
                </a:cubicBezTo>
                <a:cubicBezTo>
                  <a:pt x="902811" y="487543"/>
                  <a:pt x="910792" y="504244"/>
                  <a:pt x="893460" y="579353"/>
                </a:cubicBezTo>
                <a:cubicBezTo>
                  <a:pt x="889146" y="598048"/>
                  <a:pt x="885568" y="616992"/>
                  <a:pt x="879500" y="635194"/>
                </a:cubicBezTo>
                <a:cubicBezTo>
                  <a:pt x="877173" y="642174"/>
                  <a:pt x="875810" y="649553"/>
                  <a:pt x="872519" y="656134"/>
                </a:cubicBezTo>
                <a:cubicBezTo>
                  <a:pt x="868767" y="663637"/>
                  <a:pt x="863212" y="670095"/>
                  <a:pt x="858559" y="677075"/>
                </a:cubicBezTo>
                <a:cubicBezTo>
                  <a:pt x="856232" y="693362"/>
                  <a:pt x="855569" y="709975"/>
                  <a:pt x="851579" y="725936"/>
                </a:cubicBezTo>
                <a:cubicBezTo>
                  <a:pt x="848540" y="738092"/>
                  <a:pt x="841304" y="748861"/>
                  <a:pt x="837619" y="760837"/>
                </a:cubicBezTo>
                <a:cubicBezTo>
                  <a:pt x="831976" y="779175"/>
                  <a:pt x="827421" y="797864"/>
                  <a:pt x="823658" y="816678"/>
                </a:cubicBezTo>
                <a:cubicBezTo>
                  <a:pt x="819672" y="836606"/>
                  <a:pt x="815613" y="859782"/>
                  <a:pt x="809698" y="879499"/>
                </a:cubicBezTo>
                <a:cubicBezTo>
                  <a:pt x="805470" y="893594"/>
                  <a:pt x="802319" y="908218"/>
                  <a:pt x="795738" y="921380"/>
                </a:cubicBezTo>
                <a:cubicBezTo>
                  <a:pt x="778487" y="955882"/>
                  <a:pt x="785068" y="939429"/>
                  <a:pt x="774797" y="970241"/>
                </a:cubicBezTo>
                <a:cubicBezTo>
                  <a:pt x="772470" y="984201"/>
                  <a:pt x="770887" y="998306"/>
                  <a:pt x="767817" y="1012122"/>
                </a:cubicBezTo>
                <a:cubicBezTo>
                  <a:pt x="764123" y="1028745"/>
                  <a:pt x="751227" y="1053825"/>
                  <a:pt x="746877" y="1067963"/>
                </a:cubicBezTo>
                <a:cubicBezTo>
                  <a:pt x="724027" y="1142225"/>
                  <a:pt x="746556" y="1103345"/>
                  <a:pt x="718956" y="1144745"/>
                </a:cubicBezTo>
                <a:cubicBezTo>
                  <a:pt x="712752" y="1163358"/>
                  <a:pt x="709517" y="1176356"/>
                  <a:pt x="698016" y="1193606"/>
                </a:cubicBezTo>
                <a:cubicBezTo>
                  <a:pt x="694365" y="1199082"/>
                  <a:pt x="689698" y="1204180"/>
                  <a:pt x="684055" y="1207566"/>
                </a:cubicBezTo>
                <a:cubicBezTo>
                  <a:pt x="668615" y="1216830"/>
                  <a:pt x="623200" y="1220036"/>
                  <a:pt x="614254" y="1221527"/>
                </a:cubicBezTo>
                <a:cubicBezTo>
                  <a:pt x="602551" y="1223477"/>
                  <a:pt x="590987" y="1226180"/>
                  <a:pt x="579353" y="1228507"/>
                </a:cubicBezTo>
                <a:cubicBezTo>
                  <a:pt x="570046" y="1233160"/>
                  <a:pt x="560996" y="1238368"/>
                  <a:pt x="551432" y="1242467"/>
                </a:cubicBezTo>
                <a:cubicBezTo>
                  <a:pt x="534699" y="1249638"/>
                  <a:pt x="520277" y="1251369"/>
                  <a:pt x="502571" y="1256428"/>
                </a:cubicBezTo>
                <a:cubicBezTo>
                  <a:pt x="495497" y="1258449"/>
                  <a:pt x="488611" y="1261081"/>
                  <a:pt x="481631" y="1263408"/>
                </a:cubicBezTo>
                <a:cubicBezTo>
                  <a:pt x="458364" y="1261081"/>
                  <a:pt x="434940" y="1259984"/>
                  <a:pt x="411829" y="1256428"/>
                </a:cubicBezTo>
                <a:cubicBezTo>
                  <a:pt x="384752" y="1252262"/>
                  <a:pt x="391761" y="1246684"/>
                  <a:pt x="369948" y="1228507"/>
                </a:cubicBezTo>
                <a:cubicBezTo>
                  <a:pt x="317134" y="1184496"/>
                  <a:pt x="375649" y="1241190"/>
                  <a:pt x="335048" y="1200586"/>
                </a:cubicBezTo>
                <a:cubicBezTo>
                  <a:pt x="332721" y="1112171"/>
                  <a:pt x="332275" y="1023686"/>
                  <a:pt x="328068" y="935341"/>
                </a:cubicBezTo>
                <a:cubicBezTo>
                  <a:pt x="327612" y="925758"/>
                  <a:pt x="322969" y="916827"/>
                  <a:pt x="321087" y="907420"/>
                </a:cubicBezTo>
                <a:cubicBezTo>
                  <a:pt x="313539" y="869681"/>
                  <a:pt x="316856" y="870047"/>
                  <a:pt x="307127" y="837618"/>
                </a:cubicBezTo>
                <a:cubicBezTo>
                  <a:pt x="300785" y="816476"/>
                  <a:pt x="293168" y="795737"/>
                  <a:pt x="286187" y="774797"/>
                </a:cubicBezTo>
                <a:cubicBezTo>
                  <a:pt x="283860" y="767817"/>
                  <a:pt x="280990" y="760995"/>
                  <a:pt x="279206" y="753857"/>
                </a:cubicBezTo>
                <a:cubicBezTo>
                  <a:pt x="262181" y="685755"/>
                  <a:pt x="282971" y="770800"/>
                  <a:pt x="265246" y="691035"/>
                </a:cubicBezTo>
                <a:cubicBezTo>
                  <a:pt x="263165" y="681670"/>
                  <a:pt x="262556" y="671695"/>
                  <a:pt x="258266" y="663115"/>
                </a:cubicBezTo>
                <a:cubicBezTo>
                  <a:pt x="255323" y="657229"/>
                  <a:pt x="248417" y="654293"/>
                  <a:pt x="244306" y="649154"/>
                </a:cubicBezTo>
                <a:cubicBezTo>
                  <a:pt x="239065" y="642603"/>
                  <a:pt x="234999" y="635194"/>
                  <a:pt x="230345" y="628214"/>
                </a:cubicBezTo>
                <a:cubicBezTo>
                  <a:pt x="213732" y="578375"/>
                  <a:pt x="228629" y="594496"/>
                  <a:pt x="195445" y="572373"/>
                </a:cubicBezTo>
                <a:cubicBezTo>
                  <a:pt x="190791" y="577026"/>
                  <a:pt x="185595" y="581194"/>
                  <a:pt x="181484" y="586333"/>
                </a:cubicBezTo>
                <a:cubicBezTo>
                  <a:pt x="141786" y="635954"/>
                  <a:pt x="202313" y="609592"/>
                  <a:pt x="62822" y="600293"/>
                </a:cubicBezTo>
                <a:cubicBezTo>
                  <a:pt x="62581" y="600233"/>
                  <a:pt x="17299" y="589671"/>
                  <a:pt x="13961" y="586333"/>
                </a:cubicBezTo>
                <a:cubicBezTo>
                  <a:pt x="10625" y="582997"/>
                  <a:pt x="60" y="537711"/>
                  <a:pt x="0" y="537472"/>
                </a:cubicBezTo>
                <a:cubicBezTo>
                  <a:pt x="6980" y="532819"/>
                  <a:pt x="12612" y="524512"/>
                  <a:pt x="20941" y="523512"/>
                </a:cubicBezTo>
                <a:cubicBezTo>
                  <a:pt x="238086" y="497454"/>
                  <a:pt x="117818" y="535425"/>
                  <a:pt x="195445" y="509551"/>
                </a:cubicBezTo>
                <a:cubicBezTo>
                  <a:pt x="202425" y="504898"/>
                  <a:pt x="208882" y="499343"/>
                  <a:pt x="216385" y="495591"/>
                </a:cubicBezTo>
                <a:cubicBezTo>
                  <a:pt x="222966" y="492301"/>
                  <a:pt x="231017" y="492397"/>
                  <a:pt x="237326" y="488611"/>
                </a:cubicBezTo>
                <a:cubicBezTo>
                  <a:pt x="242969" y="485225"/>
                  <a:pt x="245643" y="478036"/>
                  <a:pt x="251286" y="474650"/>
                </a:cubicBezTo>
                <a:cubicBezTo>
                  <a:pt x="257595" y="470864"/>
                  <a:pt x="265794" y="471243"/>
                  <a:pt x="272226" y="467670"/>
                </a:cubicBezTo>
                <a:cubicBezTo>
                  <a:pt x="286893" y="459522"/>
                  <a:pt x="302243" y="451614"/>
                  <a:pt x="314107" y="439750"/>
                </a:cubicBezTo>
                <a:cubicBezTo>
                  <a:pt x="318761" y="435096"/>
                  <a:pt x="322803" y="429738"/>
                  <a:pt x="328068" y="425789"/>
                </a:cubicBezTo>
                <a:cubicBezTo>
                  <a:pt x="391210" y="378432"/>
                  <a:pt x="351892" y="415925"/>
                  <a:pt x="383909" y="383908"/>
                </a:cubicBezTo>
                <a:cubicBezTo>
                  <a:pt x="397661" y="342653"/>
                  <a:pt x="394956" y="356096"/>
                  <a:pt x="397869" y="286186"/>
                </a:cubicBezTo>
                <a:cubicBezTo>
                  <a:pt x="409814" y="-491"/>
                  <a:pt x="383438" y="113566"/>
                  <a:pt x="411829" y="0"/>
                </a:cubicBezTo>
                <a:cubicBezTo>
                  <a:pt x="418809" y="2327"/>
                  <a:pt x="427567" y="1777"/>
                  <a:pt x="432770" y="6980"/>
                </a:cubicBezTo>
                <a:cubicBezTo>
                  <a:pt x="444634" y="18844"/>
                  <a:pt x="444773" y="43555"/>
                  <a:pt x="460690" y="48861"/>
                </a:cubicBezTo>
                <a:cubicBezTo>
                  <a:pt x="506986" y="64292"/>
                  <a:pt x="415319" y="54678"/>
                  <a:pt x="453710" y="55841"/>
                </a:cubicBezTo>
                <a:close/>
              </a:path>
            </a:pathLst>
          </a:cu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" name="手繪多邊形 4">
            <a:extLst>
              <a:ext uri="{FF2B5EF4-FFF2-40B4-BE49-F238E27FC236}">
                <a16:creationId xmlns:a16="http://schemas.microsoft.com/office/drawing/2014/main" id="{C7CA7A9E-9704-9BCA-B26B-BBD97F8EB289}"/>
              </a:ext>
            </a:extLst>
          </p:cNvPr>
          <p:cNvSpPr/>
          <p:nvPr/>
        </p:nvSpPr>
        <p:spPr>
          <a:xfrm>
            <a:off x="7541595" y="3943787"/>
            <a:ext cx="1455822" cy="911224"/>
          </a:xfrm>
          <a:custGeom>
            <a:avLst/>
            <a:gdLst>
              <a:gd name="csX0" fmla="*/ 688005 w 1448842"/>
              <a:gd name="csY0" fmla="*/ 44379 h 892781"/>
              <a:gd name="csX1" fmla="*/ 736866 w 1448842"/>
              <a:gd name="csY1" fmla="*/ 51359 h 892781"/>
              <a:gd name="csX2" fmla="*/ 764787 w 1448842"/>
              <a:gd name="csY2" fmla="*/ 44379 h 892781"/>
              <a:gd name="csX3" fmla="*/ 799687 w 1448842"/>
              <a:gd name="csY3" fmla="*/ 37398 h 892781"/>
              <a:gd name="csX4" fmla="*/ 841568 w 1448842"/>
              <a:gd name="csY4" fmla="*/ 23438 h 892781"/>
              <a:gd name="csX5" fmla="*/ 862509 w 1448842"/>
              <a:gd name="csY5" fmla="*/ 16458 h 892781"/>
              <a:gd name="csX6" fmla="*/ 890429 w 1448842"/>
              <a:gd name="csY6" fmla="*/ 9478 h 892781"/>
              <a:gd name="csX7" fmla="*/ 953251 w 1448842"/>
              <a:gd name="csY7" fmla="*/ 16458 h 892781"/>
              <a:gd name="csX8" fmla="*/ 981171 w 1448842"/>
              <a:gd name="csY8" fmla="*/ 65319 h 892781"/>
              <a:gd name="csX9" fmla="*/ 1009092 w 1448842"/>
              <a:gd name="csY9" fmla="*/ 93240 h 892781"/>
              <a:gd name="csX10" fmla="*/ 1030032 w 1448842"/>
              <a:gd name="csY10" fmla="*/ 86260 h 892781"/>
              <a:gd name="csX11" fmla="*/ 1141715 w 1448842"/>
              <a:gd name="csY11" fmla="*/ 107200 h 892781"/>
              <a:gd name="csX12" fmla="*/ 1204536 w 1448842"/>
              <a:gd name="csY12" fmla="*/ 128140 h 892781"/>
              <a:gd name="csX13" fmla="*/ 1253397 w 1448842"/>
              <a:gd name="csY13" fmla="*/ 142101 h 892781"/>
              <a:gd name="csX14" fmla="*/ 1316219 w 1448842"/>
              <a:gd name="csY14" fmla="*/ 149081 h 892781"/>
              <a:gd name="csX15" fmla="*/ 1337159 w 1448842"/>
              <a:gd name="csY15" fmla="*/ 156061 h 892781"/>
              <a:gd name="csX16" fmla="*/ 1365080 w 1448842"/>
              <a:gd name="csY16" fmla="*/ 197942 h 892781"/>
              <a:gd name="csX17" fmla="*/ 1386020 w 1448842"/>
              <a:gd name="csY17" fmla="*/ 232843 h 892781"/>
              <a:gd name="csX18" fmla="*/ 1393000 w 1448842"/>
              <a:gd name="csY18" fmla="*/ 260763 h 892781"/>
              <a:gd name="csX19" fmla="*/ 1399981 w 1448842"/>
              <a:gd name="csY19" fmla="*/ 281704 h 892781"/>
              <a:gd name="csX20" fmla="*/ 1420921 w 1448842"/>
              <a:gd name="csY20" fmla="*/ 414327 h 892781"/>
              <a:gd name="csX21" fmla="*/ 1441861 w 1448842"/>
              <a:gd name="csY21" fmla="*/ 526009 h 892781"/>
              <a:gd name="csX22" fmla="*/ 1448842 w 1448842"/>
              <a:gd name="csY22" fmla="*/ 602791 h 892781"/>
              <a:gd name="csX23" fmla="*/ 1441861 w 1448842"/>
              <a:gd name="csY23" fmla="*/ 644672 h 892781"/>
              <a:gd name="csX24" fmla="*/ 1399981 w 1448842"/>
              <a:gd name="csY24" fmla="*/ 658632 h 892781"/>
              <a:gd name="csX25" fmla="*/ 1386020 w 1448842"/>
              <a:gd name="csY25" fmla="*/ 672592 h 892781"/>
              <a:gd name="csX26" fmla="*/ 1372060 w 1448842"/>
              <a:gd name="csY26" fmla="*/ 714473 h 892781"/>
              <a:gd name="csX27" fmla="*/ 1330179 w 1448842"/>
              <a:gd name="csY27" fmla="*/ 742394 h 892781"/>
              <a:gd name="csX28" fmla="*/ 1281318 w 1448842"/>
              <a:gd name="csY28" fmla="*/ 777295 h 892781"/>
              <a:gd name="csX29" fmla="*/ 1225477 w 1448842"/>
              <a:gd name="csY29" fmla="*/ 791255 h 892781"/>
              <a:gd name="csX30" fmla="*/ 1085874 w 1448842"/>
              <a:gd name="csY30" fmla="*/ 805215 h 892781"/>
              <a:gd name="csX31" fmla="*/ 1037013 w 1448842"/>
              <a:gd name="csY31" fmla="*/ 812195 h 892781"/>
              <a:gd name="csX32" fmla="*/ 960231 w 1448842"/>
              <a:gd name="csY32" fmla="*/ 826156 h 892781"/>
              <a:gd name="csX33" fmla="*/ 848549 w 1448842"/>
              <a:gd name="csY33" fmla="*/ 840116 h 892781"/>
              <a:gd name="csX34" fmla="*/ 757807 w 1448842"/>
              <a:gd name="csY34" fmla="*/ 854076 h 892781"/>
              <a:gd name="csX35" fmla="*/ 660084 w 1448842"/>
              <a:gd name="csY35" fmla="*/ 861056 h 892781"/>
              <a:gd name="csX36" fmla="*/ 548402 w 1448842"/>
              <a:gd name="csY36" fmla="*/ 875017 h 892781"/>
              <a:gd name="csX37" fmla="*/ 478600 w 1448842"/>
              <a:gd name="csY37" fmla="*/ 881997 h 892781"/>
              <a:gd name="csX38" fmla="*/ 366918 w 1448842"/>
              <a:gd name="csY38" fmla="*/ 888977 h 892781"/>
              <a:gd name="csX39" fmla="*/ 31871 w 1448842"/>
              <a:gd name="csY39" fmla="*/ 875017 h 892781"/>
              <a:gd name="csX40" fmla="*/ 10930 w 1448842"/>
              <a:gd name="csY40" fmla="*/ 868037 h 892781"/>
              <a:gd name="csX41" fmla="*/ 10930 w 1448842"/>
              <a:gd name="csY41" fmla="*/ 735414 h 892781"/>
              <a:gd name="csX42" fmla="*/ 31871 w 1448842"/>
              <a:gd name="csY42" fmla="*/ 679573 h 892781"/>
              <a:gd name="csX43" fmla="*/ 80732 w 1448842"/>
              <a:gd name="csY43" fmla="*/ 665612 h 892781"/>
              <a:gd name="csX44" fmla="*/ 129593 w 1448842"/>
              <a:gd name="csY44" fmla="*/ 644672 h 892781"/>
              <a:gd name="csX45" fmla="*/ 150533 w 1448842"/>
              <a:gd name="csY45" fmla="*/ 637692 h 892781"/>
              <a:gd name="csX46" fmla="*/ 171474 w 1448842"/>
              <a:gd name="csY46" fmla="*/ 623731 h 892781"/>
              <a:gd name="csX47" fmla="*/ 262216 w 1448842"/>
              <a:gd name="csY47" fmla="*/ 609771 h 892781"/>
              <a:gd name="csX48" fmla="*/ 283156 w 1448842"/>
              <a:gd name="csY48" fmla="*/ 602791 h 892781"/>
              <a:gd name="csX49" fmla="*/ 304097 w 1448842"/>
              <a:gd name="csY49" fmla="*/ 588831 h 892781"/>
              <a:gd name="csX50" fmla="*/ 345978 w 1448842"/>
              <a:gd name="csY50" fmla="*/ 574870 h 892781"/>
              <a:gd name="csX51" fmla="*/ 366918 w 1448842"/>
              <a:gd name="csY51" fmla="*/ 560910 h 892781"/>
              <a:gd name="csX52" fmla="*/ 408799 w 1448842"/>
              <a:gd name="csY52" fmla="*/ 546950 h 892781"/>
              <a:gd name="csX53" fmla="*/ 429739 w 1448842"/>
              <a:gd name="csY53" fmla="*/ 539969 h 892781"/>
              <a:gd name="csX54" fmla="*/ 471620 w 1448842"/>
              <a:gd name="csY54" fmla="*/ 526009 h 892781"/>
              <a:gd name="csX55" fmla="*/ 513501 w 1448842"/>
              <a:gd name="csY55" fmla="*/ 505069 h 892781"/>
              <a:gd name="csX56" fmla="*/ 555382 w 1448842"/>
              <a:gd name="csY56" fmla="*/ 449227 h 892781"/>
              <a:gd name="csX57" fmla="*/ 576323 w 1448842"/>
              <a:gd name="csY57" fmla="*/ 407347 h 892781"/>
              <a:gd name="csX58" fmla="*/ 583303 w 1448842"/>
              <a:gd name="csY58" fmla="*/ 386406 h 892781"/>
              <a:gd name="csX59" fmla="*/ 604243 w 1448842"/>
              <a:gd name="csY59" fmla="*/ 337545 h 892781"/>
              <a:gd name="csX60" fmla="*/ 618203 w 1448842"/>
              <a:gd name="csY60" fmla="*/ 260763 h 892781"/>
              <a:gd name="csX61" fmla="*/ 625184 w 1448842"/>
              <a:gd name="csY61" fmla="*/ 2498 h 892781"/>
              <a:gd name="csX62" fmla="*/ 646124 w 1448842"/>
              <a:gd name="csY62" fmla="*/ 9478 h 892781"/>
              <a:gd name="csX63" fmla="*/ 688005 w 1448842"/>
              <a:gd name="csY63" fmla="*/ 37398 h 892781"/>
              <a:gd name="csX64" fmla="*/ 688005 w 1448842"/>
              <a:gd name="csY64" fmla="*/ 44379 h 8927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</a:cxnLst>
            <a:rect l="l" t="t" r="r" b="b"/>
            <a:pathLst>
              <a:path w="1448842" h="892781">
                <a:moveTo>
                  <a:pt x="688005" y="44379"/>
                </a:moveTo>
                <a:cubicBezTo>
                  <a:pt x="696149" y="46706"/>
                  <a:pt x="720414" y="51359"/>
                  <a:pt x="736866" y="51359"/>
                </a:cubicBezTo>
                <a:cubicBezTo>
                  <a:pt x="746459" y="51359"/>
                  <a:pt x="755422" y="46460"/>
                  <a:pt x="764787" y="44379"/>
                </a:cubicBezTo>
                <a:cubicBezTo>
                  <a:pt x="776368" y="41805"/>
                  <a:pt x="788241" y="40520"/>
                  <a:pt x="799687" y="37398"/>
                </a:cubicBezTo>
                <a:cubicBezTo>
                  <a:pt x="813884" y="33526"/>
                  <a:pt x="827608" y="28091"/>
                  <a:pt x="841568" y="23438"/>
                </a:cubicBezTo>
                <a:cubicBezTo>
                  <a:pt x="848548" y="21111"/>
                  <a:pt x="855371" y="18243"/>
                  <a:pt x="862509" y="16458"/>
                </a:cubicBezTo>
                <a:lnTo>
                  <a:pt x="890429" y="9478"/>
                </a:lnTo>
                <a:cubicBezTo>
                  <a:pt x="911370" y="11805"/>
                  <a:pt x="933450" y="9258"/>
                  <a:pt x="953251" y="16458"/>
                </a:cubicBezTo>
                <a:cubicBezTo>
                  <a:pt x="959677" y="18795"/>
                  <a:pt x="979963" y="63709"/>
                  <a:pt x="981171" y="65319"/>
                </a:cubicBezTo>
                <a:cubicBezTo>
                  <a:pt x="989068" y="75849"/>
                  <a:pt x="1009092" y="93240"/>
                  <a:pt x="1009092" y="93240"/>
                </a:cubicBezTo>
                <a:cubicBezTo>
                  <a:pt x="1016072" y="90913"/>
                  <a:pt x="1022674" y="86260"/>
                  <a:pt x="1030032" y="86260"/>
                </a:cubicBezTo>
                <a:cubicBezTo>
                  <a:pt x="1089143" y="86260"/>
                  <a:pt x="1093593" y="91160"/>
                  <a:pt x="1141715" y="107200"/>
                </a:cubicBezTo>
                <a:lnTo>
                  <a:pt x="1204536" y="128140"/>
                </a:lnTo>
                <a:cubicBezTo>
                  <a:pt x="1220176" y="133354"/>
                  <a:pt x="1237115" y="139596"/>
                  <a:pt x="1253397" y="142101"/>
                </a:cubicBezTo>
                <a:cubicBezTo>
                  <a:pt x="1274222" y="145305"/>
                  <a:pt x="1295278" y="146754"/>
                  <a:pt x="1316219" y="149081"/>
                </a:cubicBezTo>
                <a:cubicBezTo>
                  <a:pt x="1323199" y="151408"/>
                  <a:pt x="1330850" y="152276"/>
                  <a:pt x="1337159" y="156061"/>
                </a:cubicBezTo>
                <a:cubicBezTo>
                  <a:pt x="1353155" y="165658"/>
                  <a:pt x="1356594" y="182666"/>
                  <a:pt x="1365080" y="197942"/>
                </a:cubicBezTo>
                <a:cubicBezTo>
                  <a:pt x="1371669" y="209802"/>
                  <a:pt x="1379040" y="221209"/>
                  <a:pt x="1386020" y="232843"/>
                </a:cubicBezTo>
                <a:cubicBezTo>
                  <a:pt x="1388347" y="242150"/>
                  <a:pt x="1390364" y="251539"/>
                  <a:pt x="1393000" y="260763"/>
                </a:cubicBezTo>
                <a:cubicBezTo>
                  <a:pt x="1395021" y="267838"/>
                  <a:pt x="1398538" y="274489"/>
                  <a:pt x="1399981" y="281704"/>
                </a:cubicBezTo>
                <a:cubicBezTo>
                  <a:pt x="1429432" y="428957"/>
                  <a:pt x="1402506" y="309974"/>
                  <a:pt x="1420921" y="414327"/>
                </a:cubicBezTo>
                <a:cubicBezTo>
                  <a:pt x="1425500" y="440276"/>
                  <a:pt x="1438231" y="495158"/>
                  <a:pt x="1441861" y="526009"/>
                </a:cubicBezTo>
                <a:cubicBezTo>
                  <a:pt x="1444864" y="551533"/>
                  <a:pt x="1446515" y="577197"/>
                  <a:pt x="1448842" y="602791"/>
                </a:cubicBezTo>
                <a:cubicBezTo>
                  <a:pt x="1446515" y="616751"/>
                  <a:pt x="1451181" y="634021"/>
                  <a:pt x="1441861" y="644672"/>
                </a:cubicBezTo>
                <a:cubicBezTo>
                  <a:pt x="1432171" y="655746"/>
                  <a:pt x="1399981" y="658632"/>
                  <a:pt x="1399981" y="658632"/>
                </a:cubicBezTo>
                <a:cubicBezTo>
                  <a:pt x="1395327" y="663285"/>
                  <a:pt x="1388963" y="666706"/>
                  <a:pt x="1386020" y="672592"/>
                </a:cubicBezTo>
                <a:cubicBezTo>
                  <a:pt x="1379439" y="685754"/>
                  <a:pt x="1384304" y="706310"/>
                  <a:pt x="1372060" y="714473"/>
                </a:cubicBezTo>
                <a:cubicBezTo>
                  <a:pt x="1358100" y="723780"/>
                  <a:pt x="1343602" y="732327"/>
                  <a:pt x="1330179" y="742394"/>
                </a:cubicBezTo>
                <a:cubicBezTo>
                  <a:pt x="1323864" y="747130"/>
                  <a:pt x="1291517" y="772195"/>
                  <a:pt x="1281318" y="777295"/>
                </a:cubicBezTo>
                <a:cubicBezTo>
                  <a:pt x="1268107" y="783901"/>
                  <a:pt x="1236980" y="789485"/>
                  <a:pt x="1225477" y="791255"/>
                </a:cubicBezTo>
                <a:cubicBezTo>
                  <a:pt x="1160532" y="801246"/>
                  <a:pt x="1160403" y="797370"/>
                  <a:pt x="1085874" y="805215"/>
                </a:cubicBezTo>
                <a:cubicBezTo>
                  <a:pt x="1069512" y="806937"/>
                  <a:pt x="1053241" y="809490"/>
                  <a:pt x="1037013" y="812195"/>
                </a:cubicBezTo>
                <a:cubicBezTo>
                  <a:pt x="979472" y="821786"/>
                  <a:pt x="1024267" y="817424"/>
                  <a:pt x="960231" y="826156"/>
                </a:cubicBezTo>
                <a:cubicBezTo>
                  <a:pt x="923058" y="831225"/>
                  <a:pt x="885556" y="833948"/>
                  <a:pt x="848549" y="840116"/>
                </a:cubicBezTo>
                <a:cubicBezTo>
                  <a:pt x="826496" y="843791"/>
                  <a:pt x="778764" y="852080"/>
                  <a:pt x="757807" y="854076"/>
                </a:cubicBezTo>
                <a:cubicBezTo>
                  <a:pt x="725297" y="857172"/>
                  <a:pt x="692658" y="858729"/>
                  <a:pt x="660084" y="861056"/>
                </a:cubicBezTo>
                <a:cubicBezTo>
                  <a:pt x="599979" y="869644"/>
                  <a:pt x="615264" y="867979"/>
                  <a:pt x="548402" y="875017"/>
                </a:cubicBezTo>
                <a:cubicBezTo>
                  <a:pt x="525147" y="877465"/>
                  <a:pt x="501915" y="880204"/>
                  <a:pt x="478600" y="881997"/>
                </a:cubicBezTo>
                <a:cubicBezTo>
                  <a:pt x="441410" y="884858"/>
                  <a:pt x="404145" y="886650"/>
                  <a:pt x="366918" y="888977"/>
                </a:cubicBezTo>
                <a:cubicBezTo>
                  <a:pt x="234661" y="885971"/>
                  <a:pt x="141855" y="906440"/>
                  <a:pt x="31871" y="875017"/>
                </a:cubicBezTo>
                <a:cubicBezTo>
                  <a:pt x="24796" y="872996"/>
                  <a:pt x="17910" y="870364"/>
                  <a:pt x="10930" y="868037"/>
                </a:cubicBezTo>
                <a:cubicBezTo>
                  <a:pt x="-7247" y="813504"/>
                  <a:pt x="460" y="845347"/>
                  <a:pt x="10930" y="735414"/>
                </a:cubicBezTo>
                <a:cubicBezTo>
                  <a:pt x="12569" y="718209"/>
                  <a:pt x="16269" y="692055"/>
                  <a:pt x="31871" y="679573"/>
                </a:cubicBezTo>
                <a:cubicBezTo>
                  <a:pt x="36523" y="675851"/>
                  <a:pt x="78777" y="666171"/>
                  <a:pt x="80732" y="665612"/>
                </a:cubicBezTo>
                <a:cubicBezTo>
                  <a:pt x="113468" y="656259"/>
                  <a:pt x="92369" y="660625"/>
                  <a:pt x="129593" y="644672"/>
                </a:cubicBezTo>
                <a:cubicBezTo>
                  <a:pt x="136356" y="641774"/>
                  <a:pt x="143553" y="640019"/>
                  <a:pt x="150533" y="637692"/>
                </a:cubicBezTo>
                <a:cubicBezTo>
                  <a:pt x="157513" y="633038"/>
                  <a:pt x="163619" y="626677"/>
                  <a:pt x="171474" y="623731"/>
                </a:cubicBezTo>
                <a:cubicBezTo>
                  <a:pt x="187462" y="617735"/>
                  <a:pt x="253590" y="610849"/>
                  <a:pt x="262216" y="609771"/>
                </a:cubicBezTo>
                <a:cubicBezTo>
                  <a:pt x="269196" y="607444"/>
                  <a:pt x="276575" y="606081"/>
                  <a:pt x="283156" y="602791"/>
                </a:cubicBezTo>
                <a:cubicBezTo>
                  <a:pt x="290660" y="599039"/>
                  <a:pt x="296431" y="592238"/>
                  <a:pt x="304097" y="588831"/>
                </a:cubicBezTo>
                <a:cubicBezTo>
                  <a:pt x="317544" y="582854"/>
                  <a:pt x="345978" y="574870"/>
                  <a:pt x="345978" y="574870"/>
                </a:cubicBezTo>
                <a:cubicBezTo>
                  <a:pt x="352958" y="570217"/>
                  <a:pt x="359252" y="564317"/>
                  <a:pt x="366918" y="560910"/>
                </a:cubicBezTo>
                <a:cubicBezTo>
                  <a:pt x="380365" y="554934"/>
                  <a:pt x="394839" y="551604"/>
                  <a:pt x="408799" y="546950"/>
                </a:cubicBezTo>
                <a:lnTo>
                  <a:pt x="429739" y="539969"/>
                </a:lnTo>
                <a:cubicBezTo>
                  <a:pt x="429740" y="539969"/>
                  <a:pt x="471619" y="526010"/>
                  <a:pt x="471620" y="526009"/>
                </a:cubicBezTo>
                <a:cubicBezTo>
                  <a:pt x="498683" y="507968"/>
                  <a:pt x="484602" y="514702"/>
                  <a:pt x="513501" y="505069"/>
                </a:cubicBezTo>
                <a:cubicBezTo>
                  <a:pt x="530037" y="488532"/>
                  <a:pt x="547490" y="472902"/>
                  <a:pt x="555382" y="449227"/>
                </a:cubicBezTo>
                <a:cubicBezTo>
                  <a:pt x="565015" y="420328"/>
                  <a:pt x="558281" y="434409"/>
                  <a:pt x="576323" y="407347"/>
                </a:cubicBezTo>
                <a:cubicBezTo>
                  <a:pt x="578650" y="400367"/>
                  <a:pt x="580405" y="393169"/>
                  <a:pt x="583303" y="386406"/>
                </a:cubicBezTo>
                <a:cubicBezTo>
                  <a:pt x="595290" y="358435"/>
                  <a:pt x="597695" y="363739"/>
                  <a:pt x="604243" y="337545"/>
                </a:cubicBezTo>
                <a:cubicBezTo>
                  <a:pt x="609121" y="318033"/>
                  <a:pt x="615091" y="279433"/>
                  <a:pt x="618203" y="260763"/>
                </a:cubicBezTo>
                <a:cubicBezTo>
                  <a:pt x="620530" y="174675"/>
                  <a:pt x="615674" y="88091"/>
                  <a:pt x="625184" y="2498"/>
                </a:cubicBezTo>
                <a:cubicBezTo>
                  <a:pt x="625997" y="-4815"/>
                  <a:pt x="639692" y="5905"/>
                  <a:pt x="646124" y="9478"/>
                </a:cubicBezTo>
                <a:cubicBezTo>
                  <a:pt x="660791" y="17626"/>
                  <a:pt x="672088" y="32092"/>
                  <a:pt x="688005" y="37398"/>
                </a:cubicBezTo>
                <a:cubicBezTo>
                  <a:pt x="713881" y="46025"/>
                  <a:pt x="679861" y="42052"/>
                  <a:pt x="688005" y="44379"/>
                </a:cubicBezTo>
                <a:close/>
              </a:path>
            </a:pathLst>
          </a:cu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49725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78953-8AB4-F12F-5BFF-D000F61EE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539E291-A8E1-8050-4FF1-DB560F3C6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045" y="0"/>
            <a:ext cx="7405955" cy="6858000"/>
          </a:xfrm>
          <a:prstGeom prst="rect">
            <a:avLst/>
          </a:prstGeom>
        </p:spPr>
      </p:pic>
      <p:sp>
        <p:nvSpPr>
          <p:cNvPr id="60" name="Accent Bar">
            <a:extLst>
              <a:ext uri="{FF2B5EF4-FFF2-40B4-BE49-F238E27FC236}">
                <a16:creationId xmlns:a16="http://schemas.microsoft.com/office/drawing/2014/main" id="{29B493F5-3E11-6860-5B4C-AF62A3767213}"/>
              </a:ext>
            </a:extLst>
          </p:cNvPr>
          <p:cNvSpPr/>
          <p:nvPr/>
        </p:nvSpPr>
        <p:spPr>
          <a:xfrm>
            <a:off x="558800" y="660400"/>
            <a:ext cx="685800" cy="762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Headline">
            <a:extLst>
              <a:ext uri="{FF2B5EF4-FFF2-40B4-BE49-F238E27FC236}">
                <a16:creationId xmlns:a16="http://schemas.microsoft.com/office/drawing/2014/main" id="{19A1F3A4-0E64-24A5-61FA-42A3D80F1F74}"/>
              </a:ext>
            </a:extLst>
          </p:cNvPr>
          <p:cNvSpPr txBox="1"/>
          <p:nvPr/>
        </p:nvSpPr>
        <p:spPr>
          <a:xfrm>
            <a:off x="533400" y="965200"/>
            <a:ext cx="3886200" cy="1117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zh-TW" sz="3200" b="1" dirty="0">
                <a:solidFill>
                  <a:srgbClr val="0E2841"/>
                </a:solidFill>
              </a:rPr>
              <a:t>人物攝影結構拆解</a:t>
            </a:r>
          </a:p>
          <a:p>
            <a:pPr algn="l">
              <a:spcBef>
                <a:spcPts val="700"/>
              </a:spcBef>
              <a:buNone/>
            </a:pPr>
            <a:r>
              <a:rPr lang="zh-TW" sz="1500" dirty="0">
                <a:solidFill>
                  <a:srgbClr val="3C4C5A"/>
                </a:solidFill>
              </a:rPr>
              <a:t>以這張梗圖為例的五個要素</a:t>
            </a:r>
          </a:p>
        </p:txBody>
      </p:sp>
      <p:sp>
        <p:nvSpPr>
          <p:cNvPr id="62" name="Structure Points">
            <a:extLst>
              <a:ext uri="{FF2B5EF4-FFF2-40B4-BE49-F238E27FC236}">
                <a16:creationId xmlns:a16="http://schemas.microsoft.com/office/drawing/2014/main" id="{1C8F3E32-0F77-4145-8FE7-F4A597BBB654}"/>
              </a:ext>
            </a:extLst>
          </p:cNvPr>
          <p:cNvSpPr txBox="1"/>
          <p:nvPr/>
        </p:nvSpPr>
        <p:spPr>
          <a:xfrm>
            <a:off x="533400" y="2743200"/>
            <a:ext cx="3886200" cy="3759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zh-TW" sz="1700" b="1" dirty="0">
                <a:solidFill>
                  <a:srgbClr val="E97132"/>
                </a:solidFill>
              </a:rPr>
              <a:t>01 低機位仰角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zh-TW" sz="1450" dirty="0">
                <a:solidFill>
                  <a:srgbClr val="3C4C5A"/>
                </a:solidFill>
              </a:rPr>
              <a:t>相機貼近地面，拉長腿部線條。</a:t>
            </a:r>
          </a:p>
          <a:p>
            <a:pPr marL="0" indent="0" algn="l">
              <a:spcBef>
                <a:spcPts val="1300"/>
              </a:spcBef>
              <a:buNone/>
            </a:pPr>
            <a:r>
              <a:rPr lang="zh-TW" sz="1700" b="1" dirty="0">
                <a:solidFill>
                  <a:srgbClr val="E97132"/>
                </a:solidFill>
              </a:rPr>
              <a:t>02 對角線透視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zh-TW" sz="1450" dirty="0">
                <a:solidFill>
                  <a:srgbClr val="3C4C5A"/>
                </a:solidFill>
              </a:rPr>
              <a:t>牆面與地面收斂成引導線。</a:t>
            </a:r>
          </a:p>
          <a:p>
            <a:pPr marL="0" indent="0" algn="l">
              <a:spcBef>
                <a:spcPts val="1300"/>
              </a:spcBef>
              <a:buNone/>
            </a:pPr>
            <a:r>
              <a:rPr lang="zh-TW" sz="1700" b="1" dirty="0">
                <a:solidFill>
                  <a:srgbClr val="E97132"/>
                </a:solidFill>
              </a:rPr>
              <a:t>03 右側偏置構圖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zh-TW" sz="1450" dirty="0">
                <a:solidFill>
                  <a:srgbClr val="3C4C5A"/>
                </a:solidFill>
              </a:rPr>
              <a:t>主體偏右，左側留出動線。</a:t>
            </a:r>
          </a:p>
          <a:p>
            <a:pPr marL="0" indent="0" algn="l">
              <a:spcBef>
                <a:spcPts val="1300"/>
              </a:spcBef>
              <a:buNone/>
            </a:pPr>
            <a:r>
              <a:rPr lang="zh-TW" sz="1700" b="1" dirty="0">
                <a:solidFill>
                  <a:srgbClr val="E97132"/>
                </a:solidFill>
              </a:rPr>
              <a:t>04 三角支撐姿態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zh-TW" sz="1450" dirty="0">
                <a:solidFill>
                  <a:srgbClr val="3C4C5A"/>
                </a:solidFill>
              </a:rPr>
              <a:t>背靠牆、單腳踩板成三角。</a:t>
            </a:r>
          </a:p>
          <a:p>
            <a:pPr marL="0" indent="0" algn="l">
              <a:spcBef>
                <a:spcPts val="1300"/>
              </a:spcBef>
              <a:buNone/>
            </a:pPr>
            <a:r>
              <a:rPr lang="zh-TW" sz="1700" b="1" dirty="0">
                <a:solidFill>
                  <a:srgbClr val="E97132"/>
                </a:solidFill>
              </a:rPr>
              <a:t>05 陰天柔光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zh-TW" sz="1450" dirty="0">
                <a:solidFill>
                  <a:srgbClr val="3C4C5A"/>
                </a:solidFill>
              </a:rPr>
              <a:t>無硬陰影，保留材質細節。</a:t>
            </a:r>
          </a:p>
        </p:txBody>
      </p:sp>
    </p:spTree>
    <p:extLst>
      <p:ext uri="{BB962C8B-B14F-4D97-AF65-F5344CB8AC3E}">
        <p14:creationId xmlns:p14="http://schemas.microsoft.com/office/powerpoint/2010/main" val="2767674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82A3E-0225-B90D-B42D-025ACB613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FAFC7CB6-4A79-E319-4E04-6D7CD34A0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217" y="-24695"/>
            <a:ext cx="7452784" cy="7452784"/>
          </a:xfrm>
          <a:prstGeom prst="rect">
            <a:avLst/>
          </a:prstGeom>
        </p:spPr>
      </p:pic>
      <p:sp>
        <p:nvSpPr>
          <p:cNvPr id="60" name="Accent Bar"/>
          <p:cNvSpPr/>
          <p:nvPr/>
        </p:nvSpPr>
        <p:spPr>
          <a:xfrm>
            <a:off x="558800" y="660400"/>
            <a:ext cx="685800" cy="762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Headline"/>
          <p:cNvSpPr txBox="1"/>
          <p:nvPr/>
        </p:nvSpPr>
        <p:spPr>
          <a:xfrm>
            <a:off x="533400" y="965200"/>
            <a:ext cx="3886200" cy="1117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zh-TW" sz="3200" b="1" dirty="0">
                <a:solidFill>
                  <a:srgbClr val="0E2841"/>
                </a:solidFill>
              </a:rPr>
              <a:t>攝影服裝搭配</a:t>
            </a:r>
          </a:p>
          <a:p>
            <a:pPr algn="l">
              <a:spcBef>
                <a:spcPts val="700"/>
              </a:spcBef>
              <a:buNone/>
            </a:pPr>
            <a:r>
              <a:rPr lang="zh-TW" sz="1500" dirty="0">
                <a:solidFill>
                  <a:srgbClr val="3C4C5A"/>
                </a:solidFill>
              </a:rPr>
              <a:t>全黑街頭套裝的五個原則</a:t>
            </a:r>
          </a:p>
        </p:txBody>
      </p:sp>
      <p:sp>
        <p:nvSpPr>
          <p:cNvPr id="62" name="Wardrobe Points"/>
          <p:cNvSpPr txBox="1"/>
          <p:nvPr/>
        </p:nvSpPr>
        <p:spPr>
          <a:xfrm>
            <a:off x="533400" y="2743200"/>
            <a:ext cx="3886200" cy="3759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zh-TW" sz="1700" b="1" dirty="0">
                <a:solidFill>
                  <a:srgbClr val="E97132"/>
                </a:solidFill>
              </a:rPr>
              <a:t>01 全黑主色調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zh-TW" sz="1450" dirty="0">
                <a:solidFill>
                  <a:srgbClr val="3C4C5A"/>
                </a:solidFill>
              </a:rPr>
              <a:t>統一色系，視線集中輪廓。</a:t>
            </a:r>
          </a:p>
          <a:p>
            <a:pPr marL="0" indent="0" algn="l">
              <a:spcBef>
                <a:spcPts val="1300"/>
              </a:spcBef>
              <a:buNone/>
            </a:pPr>
            <a:r>
              <a:rPr lang="zh-TW" sz="1700" b="1" dirty="0">
                <a:solidFill>
                  <a:srgbClr val="E97132"/>
                </a:solidFill>
              </a:rPr>
              <a:t>02 印花即焦點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zh-TW" sz="1450" dirty="0">
                <a:solidFill>
                  <a:srgbClr val="3C4C5A"/>
                </a:solidFill>
              </a:rPr>
              <a:t>胸前與褲側是唯一亮點。</a:t>
            </a:r>
          </a:p>
          <a:p>
            <a:pPr marL="0" indent="0" algn="l">
              <a:spcBef>
                <a:spcPts val="1300"/>
              </a:spcBef>
              <a:buNone/>
            </a:pPr>
            <a:r>
              <a:rPr lang="zh-TW" sz="1700" b="1" dirty="0">
                <a:solidFill>
                  <a:srgbClr val="E97132"/>
                </a:solidFill>
              </a:rPr>
              <a:t>03 寬鬆剪裁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zh-TW" sz="1450" dirty="0">
                <a:solidFill>
                  <a:srgbClr val="3C4C5A"/>
                </a:solidFill>
              </a:rPr>
              <a:t>落肩與帽簷放大人物輪廓。</a:t>
            </a:r>
          </a:p>
          <a:p>
            <a:pPr marL="0" indent="0" algn="l">
              <a:spcBef>
                <a:spcPts val="1300"/>
              </a:spcBef>
              <a:buNone/>
            </a:pPr>
            <a:r>
              <a:rPr lang="zh-TW" sz="1700" b="1" dirty="0">
                <a:solidFill>
                  <a:srgbClr val="E97132"/>
                </a:solidFill>
              </a:rPr>
              <a:t>04 配件收尾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zh-TW" sz="1450" dirty="0">
                <a:solidFill>
                  <a:srgbClr val="3C4C5A"/>
                </a:solidFill>
              </a:rPr>
              <a:t>口罩、帽兜強化街頭氣質。</a:t>
            </a:r>
          </a:p>
          <a:p>
            <a:pPr marL="0" indent="0" algn="l">
              <a:spcBef>
                <a:spcPts val="1300"/>
              </a:spcBef>
              <a:buNone/>
            </a:pPr>
            <a:r>
              <a:rPr lang="zh-TW" sz="1700" b="1" dirty="0">
                <a:solidFill>
                  <a:srgbClr val="E97132"/>
                </a:solidFill>
              </a:rPr>
              <a:t>05 場景呼應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zh-TW" sz="1450" dirty="0">
                <a:solidFill>
                  <a:srgbClr val="3C4C5A"/>
                </a:solidFill>
              </a:rPr>
              <a:t>暗調背景靠輪廓光分離。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6F758B3-18B6-7F24-D900-696B951EE195}"/>
              </a:ext>
            </a:extLst>
          </p:cNvPr>
          <p:cNvSpPr txBox="1"/>
          <p:nvPr/>
        </p:nvSpPr>
        <p:spPr>
          <a:xfrm>
            <a:off x="5423680" y="2358479"/>
            <a:ext cx="24905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4400" dirty="0">
                <a:solidFill>
                  <a:schemeClr val="bg1"/>
                </a:solidFill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？？套裝</a:t>
            </a:r>
          </a:p>
        </p:txBody>
      </p:sp>
    </p:spTree>
    <p:extLst>
      <p:ext uri="{BB962C8B-B14F-4D97-AF65-F5344CB8AC3E}">
        <p14:creationId xmlns:p14="http://schemas.microsoft.com/office/powerpoint/2010/main" val="3601070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7C012-176B-F69D-0C64-33BC87F46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0AE1BCE2-407E-7353-8359-7D9E01CFC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36977" y="0"/>
            <a:ext cx="13065954" cy="6858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91489E3-6B68-37CA-8443-7615A0F427E6}"/>
              </a:ext>
            </a:extLst>
          </p:cNvPr>
          <p:cNvSpPr/>
          <p:nvPr/>
        </p:nvSpPr>
        <p:spPr>
          <a:xfrm>
            <a:off x="0" y="0"/>
            <a:ext cx="4741333" cy="6858000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0">
                <a:schemeClr val="lt1">
                  <a:shade val="100000"/>
                  <a:satMod val="115000"/>
                </a:schemeClr>
              </a:gs>
              <a:gs pos="51000">
                <a:schemeClr val="lt1">
                  <a:shade val="100000"/>
                  <a:satMod val="115000"/>
                  <a:alpha val="6637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0" name="Text Scrim"/>
          <p:cNvSpPr/>
          <p:nvPr/>
        </p:nvSpPr>
        <p:spPr>
          <a:xfrm>
            <a:off x="0" y="0"/>
            <a:ext cx="5334000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98000"/>
                </a:srgbClr>
              </a:gs>
              <a:gs pos="72000">
                <a:srgbClr val="FFFFFF">
                  <a:alpha val="96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Accent Bar"/>
          <p:cNvSpPr/>
          <p:nvPr/>
        </p:nvSpPr>
        <p:spPr>
          <a:xfrm>
            <a:off x="558800" y="660400"/>
            <a:ext cx="685800" cy="762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Headline"/>
          <p:cNvSpPr txBox="1"/>
          <p:nvPr/>
        </p:nvSpPr>
        <p:spPr>
          <a:xfrm>
            <a:off x="533400" y="965200"/>
            <a:ext cx="3810000" cy="1117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zh-TW" sz="3200" b="1" dirty="0">
                <a:solidFill>
                  <a:srgbClr val="0E2841"/>
                </a:solidFill>
              </a:rPr>
              <a:t>如何想</a:t>
            </a:r>
            <a:r>
              <a:rPr lang="zh-TW" altLang="en-US" sz="3200" b="1" dirty="0">
                <a:solidFill>
                  <a:srgbClr val="0E2841"/>
                </a:solidFill>
              </a:rPr>
              <a:t>社群文案</a:t>
            </a:r>
            <a:endParaRPr lang="zh-TW" sz="3200" b="1" dirty="0">
              <a:solidFill>
                <a:srgbClr val="0E2841"/>
              </a:solidFill>
            </a:endParaRPr>
          </a:p>
          <a:p>
            <a:pPr algn="l">
              <a:spcBef>
                <a:spcPts val="700"/>
              </a:spcBef>
              <a:buNone/>
            </a:pPr>
            <a:r>
              <a:rPr lang="zh-TW" altLang="en-US" sz="1500" dirty="0">
                <a:solidFill>
                  <a:srgbClr val="2A3B49"/>
                </a:solidFill>
              </a:rPr>
              <a:t>四步驟成為雷霆文學家</a:t>
            </a:r>
            <a:endParaRPr lang="zh-TW" sz="1500" dirty="0">
              <a:solidFill>
                <a:srgbClr val="2A3B49"/>
              </a:solidFill>
            </a:endParaRPr>
          </a:p>
        </p:txBody>
      </p:sp>
      <p:sp>
        <p:nvSpPr>
          <p:cNvPr id="63" name="Steps"/>
          <p:cNvSpPr txBox="1"/>
          <p:nvPr/>
        </p:nvSpPr>
        <p:spPr>
          <a:xfrm>
            <a:off x="533400" y="2362200"/>
            <a:ext cx="3810000" cy="274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zh-TW" sz="1700" b="1" dirty="0">
                <a:solidFill>
                  <a:srgbClr val="E97132"/>
                </a:solidFill>
              </a:rPr>
              <a:t>01 讀畫面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zh-TW" sz="1450" dirty="0">
                <a:solidFill>
                  <a:srgbClr val="2A3B49"/>
                </a:solidFill>
              </a:rPr>
              <a:t>先看主體的表情、姿態與位置。</a:t>
            </a:r>
          </a:p>
          <a:p>
            <a:pPr marL="0" indent="0" algn="l">
              <a:spcBef>
                <a:spcPts val="1400"/>
              </a:spcBef>
              <a:buNone/>
            </a:pPr>
            <a:r>
              <a:rPr lang="zh-TW" sz="1700" b="1" dirty="0">
                <a:solidFill>
                  <a:srgbClr val="E97132"/>
                </a:solidFill>
              </a:rPr>
              <a:t>02 定關係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zh-TW" sz="1450" dirty="0">
                <a:solidFill>
                  <a:srgbClr val="2A3B49"/>
                </a:solidFill>
              </a:rPr>
              <a:t>誰對誰？人與環境的關係是什麼。</a:t>
            </a:r>
          </a:p>
          <a:p>
            <a:pPr marL="0" indent="0" algn="l">
              <a:spcBef>
                <a:spcPts val="1400"/>
              </a:spcBef>
              <a:buNone/>
            </a:pPr>
            <a:r>
              <a:rPr lang="zh-TW" sz="1700" b="1" dirty="0">
                <a:solidFill>
                  <a:srgbClr val="E97132"/>
                </a:solidFill>
              </a:rPr>
              <a:t>03 找反差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zh-TW" sz="1450" dirty="0">
                <a:solidFill>
                  <a:srgbClr val="2A3B49"/>
                </a:solidFill>
              </a:rPr>
              <a:t>用對比製造張力，笑點或痛點。</a:t>
            </a:r>
          </a:p>
          <a:p>
            <a:pPr marL="0" indent="0" algn="l">
              <a:spcBef>
                <a:spcPts val="1400"/>
              </a:spcBef>
              <a:buNone/>
            </a:pPr>
            <a:r>
              <a:rPr lang="zh-TW" sz="1700" b="1" dirty="0">
                <a:solidFill>
                  <a:srgbClr val="E97132"/>
                </a:solidFill>
              </a:rPr>
              <a:t>04 收短句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zh-TW" sz="1450" dirty="0">
                <a:solidFill>
                  <a:srgbClr val="2A3B49"/>
                </a:solidFill>
              </a:rPr>
              <a:t>十五字內收尾，留問句或懸念。</a:t>
            </a:r>
          </a:p>
        </p:txBody>
      </p:sp>
      <p:sp>
        <p:nvSpPr>
          <p:cNvPr id="64" name="Example Rule"/>
          <p:cNvSpPr/>
          <p:nvPr/>
        </p:nvSpPr>
        <p:spPr>
          <a:xfrm>
            <a:off x="533400" y="5461000"/>
            <a:ext cx="50800" cy="7366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3358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BCD7B-8E11-1AF0-AECA-E91F17C05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D66425C5-0F7F-5ED1-F0B9-3273E7A02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47314" y="0"/>
            <a:ext cx="130866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7803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C3D4C-8A19-9CAA-CB03-2391906EB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8DBD8F85-F98E-8495-EBC0-2A4509C79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453" y="0"/>
            <a:ext cx="8969094" cy="6858000"/>
          </a:xfrm>
          <a:prstGeom prst="rect">
            <a:avLst/>
          </a:prstGeom>
        </p:spPr>
      </p:pic>
      <p:sp>
        <p:nvSpPr>
          <p:cNvPr id="7" name="手繪多邊形 6">
            <a:extLst>
              <a:ext uri="{FF2B5EF4-FFF2-40B4-BE49-F238E27FC236}">
                <a16:creationId xmlns:a16="http://schemas.microsoft.com/office/drawing/2014/main" id="{624C694A-3A51-137F-2090-D1885F2B5CA6}"/>
              </a:ext>
            </a:extLst>
          </p:cNvPr>
          <p:cNvSpPr/>
          <p:nvPr/>
        </p:nvSpPr>
        <p:spPr>
          <a:xfrm>
            <a:off x="4085863" y="300942"/>
            <a:ext cx="1099595" cy="2847372"/>
          </a:xfrm>
          <a:custGeom>
            <a:avLst/>
            <a:gdLst>
              <a:gd name="csX0" fmla="*/ 138896 w 1099595"/>
              <a:gd name="csY0" fmla="*/ 2708476 h 2847372"/>
              <a:gd name="csX1" fmla="*/ 162046 w 1099595"/>
              <a:gd name="csY1" fmla="*/ 1724628 h 2847372"/>
              <a:gd name="csX2" fmla="*/ 196770 w 1099595"/>
              <a:gd name="csY2" fmla="*/ 1493134 h 2847372"/>
              <a:gd name="csX3" fmla="*/ 208345 w 1099595"/>
              <a:gd name="csY3" fmla="*/ 1377387 h 2847372"/>
              <a:gd name="csX4" fmla="*/ 243069 w 1099595"/>
              <a:gd name="csY4" fmla="*/ 1192192 h 2847372"/>
              <a:gd name="csX5" fmla="*/ 254643 w 1099595"/>
              <a:gd name="csY5" fmla="*/ 1111169 h 2847372"/>
              <a:gd name="csX6" fmla="*/ 266218 w 1099595"/>
              <a:gd name="csY6" fmla="*/ 1006997 h 2847372"/>
              <a:gd name="csX7" fmla="*/ 277793 w 1099595"/>
              <a:gd name="csY7" fmla="*/ 960699 h 2847372"/>
              <a:gd name="csX8" fmla="*/ 289367 w 1099595"/>
              <a:gd name="csY8" fmla="*/ 879676 h 2847372"/>
              <a:gd name="csX9" fmla="*/ 300942 w 1099595"/>
              <a:gd name="csY9" fmla="*/ 833377 h 2847372"/>
              <a:gd name="csX10" fmla="*/ 312517 w 1099595"/>
              <a:gd name="csY10" fmla="*/ 775504 h 2847372"/>
              <a:gd name="csX11" fmla="*/ 335666 w 1099595"/>
              <a:gd name="csY11" fmla="*/ 717630 h 2847372"/>
              <a:gd name="csX12" fmla="*/ 381965 w 1099595"/>
              <a:gd name="csY12" fmla="*/ 567159 h 2847372"/>
              <a:gd name="csX13" fmla="*/ 416689 w 1099595"/>
              <a:gd name="csY13" fmla="*/ 520861 h 2847372"/>
              <a:gd name="csX14" fmla="*/ 451413 w 1099595"/>
              <a:gd name="csY14" fmla="*/ 439838 h 2847372"/>
              <a:gd name="csX15" fmla="*/ 497712 w 1099595"/>
              <a:gd name="csY15" fmla="*/ 347240 h 2847372"/>
              <a:gd name="csX16" fmla="*/ 532436 w 1099595"/>
              <a:gd name="csY16" fmla="*/ 312516 h 2847372"/>
              <a:gd name="csX17" fmla="*/ 555585 w 1099595"/>
              <a:gd name="csY17" fmla="*/ 266217 h 2847372"/>
              <a:gd name="csX18" fmla="*/ 578734 w 1099595"/>
              <a:gd name="csY18" fmla="*/ 208344 h 2847372"/>
              <a:gd name="csX19" fmla="*/ 659757 w 1099595"/>
              <a:gd name="csY19" fmla="*/ 104172 h 2847372"/>
              <a:gd name="csX20" fmla="*/ 706056 w 1099595"/>
              <a:gd name="csY20" fmla="*/ 69448 h 2847372"/>
              <a:gd name="csX21" fmla="*/ 775504 w 1099595"/>
              <a:gd name="csY21" fmla="*/ 23149 h 2847372"/>
              <a:gd name="csX22" fmla="*/ 879676 w 1099595"/>
              <a:gd name="csY22" fmla="*/ 0 h 2847372"/>
              <a:gd name="csX23" fmla="*/ 1006998 w 1099595"/>
              <a:gd name="csY23" fmla="*/ 11574 h 2847372"/>
              <a:gd name="csX24" fmla="*/ 1064871 w 1099595"/>
              <a:gd name="csY24" fmla="*/ 69448 h 2847372"/>
              <a:gd name="csX25" fmla="*/ 1088021 w 1099595"/>
              <a:gd name="csY25" fmla="*/ 92597 h 2847372"/>
              <a:gd name="csX26" fmla="*/ 1099595 w 1099595"/>
              <a:gd name="csY26" fmla="*/ 127321 h 2847372"/>
              <a:gd name="csX27" fmla="*/ 1064871 w 1099595"/>
              <a:gd name="csY27" fmla="*/ 185195 h 2847372"/>
              <a:gd name="csX28" fmla="*/ 1053296 w 1099595"/>
              <a:gd name="csY28" fmla="*/ 231493 h 2847372"/>
              <a:gd name="csX29" fmla="*/ 1030147 w 1099595"/>
              <a:gd name="csY29" fmla="*/ 347240 h 2847372"/>
              <a:gd name="csX30" fmla="*/ 1006998 w 1099595"/>
              <a:gd name="csY30" fmla="*/ 590309 h 2847372"/>
              <a:gd name="csX31" fmla="*/ 995423 w 1099595"/>
              <a:gd name="csY31" fmla="*/ 706055 h 2847372"/>
              <a:gd name="csX32" fmla="*/ 983848 w 1099595"/>
              <a:gd name="csY32" fmla="*/ 752354 h 2847372"/>
              <a:gd name="csX33" fmla="*/ 972274 w 1099595"/>
              <a:gd name="csY33" fmla="*/ 810228 h 2847372"/>
              <a:gd name="csX34" fmla="*/ 949124 w 1099595"/>
              <a:gd name="csY34" fmla="*/ 995423 h 2847372"/>
              <a:gd name="csX35" fmla="*/ 937550 w 1099595"/>
              <a:gd name="csY35" fmla="*/ 1053296 h 2847372"/>
              <a:gd name="csX36" fmla="*/ 925975 w 1099595"/>
              <a:gd name="csY36" fmla="*/ 1192192 h 2847372"/>
              <a:gd name="csX37" fmla="*/ 914400 w 1099595"/>
              <a:gd name="csY37" fmla="*/ 2118167 h 2847372"/>
              <a:gd name="csX38" fmla="*/ 763929 w 1099595"/>
              <a:gd name="csY38" fmla="*/ 2129742 h 2847372"/>
              <a:gd name="csX39" fmla="*/ 717631 w 1099595"/>
              <a:gd name="csY39" fmla="*/ 2152891 h 2847372"/>
              <a:gd name="csX40" fmla="*/ 659757 w 1099595"/>
              <a:gd name="csY40" fmla="*/ 2187615 h 2847372"/>
              <a:gd name="csX41" fmla="*/ 578734 w 1099595"/>
              <a:gd name="csY41" fmla="*/ 2268638 h 2847372"/>
              <a:gd name="csX42" fmla="*/ 544010 w 1099595"/>
              <a:gd name="csY42" fmla="*/ 2303362 h 2847372"/>
              <a:gd name="csX43" fmla="*/ 486137 w 1099595"/>
              <a:gd name="csY43" fmla="*/ 2361235 h 2847372"/>
              <a:gd name="csX44" fmla="*/ 451413 w 1099595"/>
              <a:gd name="csY44" fmla="*/ 2407534 h 2847372"/>
              <a:gd name="csX45" fmla="*/ 428264 w 1099595"/>
              <a:gd name="csY45" fmla="*/ 2442258 h 2847372"/>
              <a:gd name="csX46" fmla="*/ 370390 w 1099595"/>
              <a:gd name="csY46" fmla="*/ 2488557 h 2847372"/>
              <a:gd name="csX47" fmla="*/ 347241 w 1099595"/>
              <a:gd name="csY47" fmla="*/ 2523281 h 2847372"/>
              <a:gd name="csX48" fmla="*/ 289367 w 1099595"/>
              <a:gd name="csY48" fmla="*/ 2581154 h 2847372"/>
              <a:gd name="csX49" fmla="*/ 266218 w 1099595"/>
              <a:gd name="csY49" fmla="*/ 2604304 h 2847372"/>
              <a:gd name="csX50" fmla="*/ 219919 w 1099595"/>
              <a:gd name="csY50" fmla="*/ 2650602 h 2847372"/>
              <a:gd name="csX51" fmla="*/ 92598 w 1099595"/>
              <a:gd name="csY51" fmla="*/ 2743200 h 2847372"/>
              <a:gd name="csX52" fmla="*/ 34724 w 1099595"/>
              <a:gd name="csY52" fmla="*/ 2789499 h 2847372"/>
              <a:gd name="csX53" fmla="*/ 0 w 1099595"/>
              <a:gd name="csY53" fmla="*/ 2847372 h 28473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</a:cxnLst>
            <a:rect l="l" t="t" r="r" b="b"/>
            <a:pathLst>
              <a:path w="1099595" h="2847372">
                <a:moveTo>
                  <a:pt x="138896" y="2708476"/>
                </a:moveTo>
                <a:cubicBezTo>
                  <a:pt x="147297" y="2070036"/>
                  <a:pt x="118519" y="2087354"/>
                  <a:pt x="162046" y="1724628"/>
                </a:cubicBezTo>
                <a:cubicBezTo>
                  <a:pt x="185236" y="1531375"/>
                  <a:pt x="170600" y="1597812"/>
                  <a:pt x="196770" y="1493134"/>
                </a:cubicBezTo>
                <a:cubicBezTo>
                  <a:pt x="200628" y="1454552"/>
                  <a:pt x="203536" y="1415862"/>
                  <a:pt x="208345" y="1377387"/>
                </a:cubicBezTo>
                <a:cubicBezTo>
                  <a:pt x="223422" y="1256770"/>
                  <a:pt x="220288" y="1351671"/>
                  <a:pt x="243069" y="1192192"/>
                </a:cubicBezTo>
                <a:cubicBezTo>
                  <a:pt x="246927" y="1165184"/>
                  <a:pt x="251259" y="1138240"/>
                  <a:pt x="254643" y="1111169"/>
                </a:cubicBezTo>
                <a:cubicBezTo>
                  <a:pt x="258976" y="1076501"/>
                  <a:pt x="260905" y="1041528"/>
                  <a:pt x="266218" y="1006997"/>
                </a:cubicBezTo>
                <a:cubicBezTo>
                  <a:pt x="268637" y="991274"/>
                  <a:pt x="274947" y="976350"/>
                  <a:pt x="277793" y="960699"/>
                </a:cubicBezTo>
                <a:cubicBezTo>
                  <a:pt x="282673" y="933857"/>
                  <a:pt x="284487" y="906518"/>
                  <a:pt x="289367" y="879676"/>
                </a:cubicBezTo>
                <a:cubicBezTo>
                  <a:pt x="292213" y="864025"/>
                  <a:pt x="297491" y="848906"/>
                  <a:pt x="300942" y="833377"/>
                </a:cubicBezTo>
                <a:cubicBezTo>
                  <a:pt x="305210" y="814172"/>
                  <a:pt x="306864" y="794347"/>
                  <a:pt x="312517" y="775504"/>
                </a:cubicBezTo>
                <a:cubicBezTo>
                  <a:pt x="318487" y="755603"/>
                  <a:pt x="329556" y="737489"/>
                  <a:pt x="335666" y="717630"/>
                </a:cubicBezTo>
                <a:cubicBezTo>
                  <a:pt x="352588" y="662634"/>
                  <a:pt x="354357" y="616854"/>
                  <a:pt x="381965" y="567159"/>
                </a:cubicBezTo>
                <a:cubicBezTo>
                  <a:pt x="391334" y="550296"/>
                  <a:pt x="406465" y="537220"/>
                  <a:pt x="416689" y="520861"/>
                </a:cubicBezTo>
                <a:cubicBezTo>
                  <a:pt x="458335" y="454228"/>
                  <a:pt x="425161" y="497593"/>
                  <a:pt x="451413" y="439838"/>
                </a:cubicBezTo>
                <a:cubicBezTo>
                  <a:pt x="465693" y="408422"/>
                  <a:pt x="473310" y="371642"/>
                  <a:pt x="497712" y="347240"/>
                </a:cubicBezTo>
                <a:lnTo>
                  <a:pt x="532436" y="312516"/>
                </a:lnTo>
                <a:cubicBezTo>
                  <a:pt x="540152" y="297083"/>
                  <a:pt x="548577" y="281984"/>
                  <a:pt x="555585" y="266217"/>
                </a:cubicBezTo>
                <a:cubicBezTo>
                  <a:pt x="564023" y="247231"/>
                  <a:pt x="568785" y="226584"/>
                  <a:pt x="578734" y="208344"/>
                </a:cubicBezTo>
                <a:cubicBezTo>
                  <a:pt x="601672" y="166291"/>
                  <a:pt x="624446" y="134438"/>
                  <a:pt x="659757" y="104172"/>
                </a:cubicBezTo>
                <a:cubicBezTo>
                  <a:pt x="674404" y="91617"/>
                  <a:pt x="690252" y="80511"/>
                  <a:pt x="706056" y="69448"/>
                </a:cubicBezTo>
                <a:cubicBezTo>
                  <a:pt x="728849" y="53493"/>
                  <a:pt x="748513" y="29897"/>
                  <a:pt x="775504" y="23149"/>
                </a:cubicBezTo>
                <a:cubicBezTo>
                  <a:pt x="840889" y="6803"/>
                  <a:pt x="806204" y="14694"/>
                  <a:pt x="879676" y="0"/>
                </a:cubicBezTo>
                <a:cubicBezTo>
                  <a:pt x="922117" y="3858"/>
                  <a:pt x="967096" y="-3389"/>
                  <a:pt x="1006998" y="11574"/>
                </a:cubicBezTo>
                <a:cubicBezTo>
                  <a:pt x="1032543" y="21153"/>
                  <a:pt x="1045580" y="50157"/>
                  <a:pt x="1064871" y="69448"/>
                </a:cubicBezTo>
                <a:lnTo>
                  <a:pt x="1088021" y="92597"/>
                </a:lnTo>
                <a:cubicBezTo>
                  <a:pt x="1091879" y="104172"/>
                  <a:pt x="1099595" y="115120"/>
                  <a:pt x="1099595" y="127321"/>
                </a:cubicBezTo>
                <a:cubicBezTo>
                  <a:pt x="1099595" y="157373"/>
                  <a:pt x="1083209" y="166857"/>
                  <a:pt x="1064871" y="185195"/>
                </a:cubicBezTo>
                <a:cubicBezTo>
                  <a:pt x="1061013" y="200628"/>
                  <a:pt x="1056416" y="215894"/>
                  <a:pt x="1053296" y="231493"/>
                </a:cubicBezTo>
                <a:cubicBezTo>
                  <a:pt x="1024917" y="373392"/>
                  <a:pt x="1057033" y="239702"/>
                  <a:pt x="1030147" y="347240"/>
                </a:cubicBezTo>
                <a:cubicBezTo>
                  <a:pt x="1008986" y="622323"/>
                  <a:pt x="1029263" y="389919"/>
                  <a:pt x="1006998" y="590309"/>
                </a:cubicBezTo>
                <a:cubicBezTo>
                  <a:pt x="1002716" y="628846"/>
                  <a:pt x="1000907" y="667670"/>
                  <a:pt x="995423" y="706055"/>
                </a:cubicBezTo>
                <a:cubicBezTo>
                  <a:pt x="993173" y="721803"/>
                  <a:pt x="987299" y="736825"/>
                  <a:pt x="983848" y="752354"/>
                </a:cubicBezTo>
                <a:cubicBezTo>
                  <a:pt x="979580" y="771559"/>
                  <a:pt x="975508" y="790822"/>
                  <a:pt x="972274" y="810228"/>
                </a:cubicBezTo>
                <a:cubicBezTo>
                  <a:pt x="949490" y="946933"/>
                  <a:pt x="971739" y="837118"/>
                  <a:pt x="949124" y="995423"/>
                </a:cubicBezTo>
                <a:cubicBezTo>
                  <a:pt x="946342" y="1014898"/>
                  <a:pt x="941408" y="1034005"/>
                  <a:pt x="937550" y="1053296"/>
                </a:cubicBezTo>
                <a:cubicBezTo>
                  <a:pt x="933692" y="1099595"/>
                  <a:pt x="926985" y="1145744"/>
                  <a:pt x="925975" y="1192192"/>
                </a:cubicBezTo>
                <a:cubicBezTo>
                  <a:pt x="919266" y="1500802"/>
                  <a:pt x="966973" y="1813994"/>
                  <a:pt x="914400" y="2118167"/>
                </a:cubicBezTo>
                <a:cubicBezTo>
                  <a:pt x="905832" y="2167737"/>
                  <a:pt x="814086" y="2125884"/>
                  <a:pt x="763929" y="2129742"/>
                </a:cubicBezTo>
                <a:cubicBezTo>
                  <a:pt x="748496" y="2137458"/>
                  <a:pt x="731987" y="2143320"/>
                  <a:pt x="717631" y="2152891"/>
                </a:cubicBezTo>
                <a:cubicBezTo>
                  <a:pt x="654077" y="2195259"/>
                  <a:pt x="740360" y="2160746"/>
                  <a:pt x="659757" y="2187615"/>
                </a:cubicBezTo>
                <a:lnTo>
                  <a:pt x="578734" y="2268638"/>
                </a:lnTo>
                <a:cubicBezTo>
                  <a:pt x="567159" y="2280213"/>
                  <a:pt x="553090" y="2289742"/>
                  <a:pt x="544010" y="2303362"/>
                </a:cubicBezTo>
                <a:cubicBezTo>
                  <a:pt x="513145" y="2349661"/>
                  <a:pt x="532436" y="2330370"/>
                  <a:pt x="486137" y="2361235"/>
                </a:cubicBezTo>
                <a:cubicBezTo>
                  <a:pt x="474562" y="2376668"/>
                  <a:pt x="462626" y="2391836"/>
                  <a:pt x="451413" y="2407534"/>
                </a:cubicBezTo>
                <a:cubicBezTo>
                  <a:pt x="443327" y="2418854"/>
                  <a:pt x="438101" y="2432421"/>
                  <a:pt x="428264" y="2442258"/>
                </a:cubicBezTo>
                <a:cubicBezTo>
                  <a:pt x="368102" y="2502420"/>
                  <a:pt x="416209" y="2431283"/>
                  <a:pt x="370390" y="2488557"/>
                </a:cubicBezTo>
                <a:cubicBezTo>
                  <a:pt x="361700" y="2499420"/>
                  <a:pt x="356401" y="2512812"/>
                  <a:pt x="347241" y="2523281"/>
                </a:cubicBezTo>
                <a:cubicBezTo>
                  <a:pt x="329276" y="2543813"/>
                  <a:pt x="308658" y="2561863"/>
                  <a:pt x="289367" y="2581154"/>
                </a:cubicBezTo>
                <a:lnTo>
                  <a:pt x="266218" y="2604304"/>
                </a:lnTo>
                <a:cubicBezTo>
                  <a:pt x="250785" y="2619737"/>
                  <a:pt x="238079" y="2638495"/>
                  <a:pt x="219919" y="2650602"/>
                </a:cubicBezTo>
                <a:cubicBezTo>
                  <a:pt x="181143" y="2676454"/>
                  <a:pt x="118529" y="2717270"/>
                  <a:pt x="92598" y="2743200"/>
                </a:cubicBezTo>
                <a:cubicBezTo>
                  <a:pt x="59611" y="2776185"/>
                  <a:pt x="78528" y="2760296"/>
                  <a:pt x="34724" y="2789499"/>
                </a:cubicBezTo>
                <a:cubicBezTo>
                  <a:pt x="6790" y="2831401"/>
                  <a:pt x="17796" y="2811781"/>
                  <a:pt x="0" y="2847372"/>
                </a:cubicBezTo>
              </a:path>
            </a:pathLst>
          </a:custGeom>
          <a:solidFill>
            <a:srgbClr val="EF817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1BB6B83-7E04-315B-CEBD-6A2C5574E466}"/>
              </a:ext>
            </a:extLst>
          </p:cNvPr>
          <p:cNvSpPr txBox="1"/>
          <p:nvPr/>
        </p:nvSpPr>
        <p:spPr>
          <a:xfrm>
            <a:off x="4288418" y="474561"/>
            <a:ext cx="97227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6000" dirty="0">
                <a:solidFill>
                  <a:schemeClr val="bg1"/>
                </a:solidFill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馬賽克</a:t>
            </a:r>
          </a:p>
        </p:txBody>
      </p:sp>
    </p:spTree>
    <p:extLst>
      <p:ext uri="{BB962C8B-B14F-4D97-AF65-F5344CB8AC3E}">
        <p14:creationId xmlns:p14="http://schemas.microsoft.com/office/powerpoint/2010/main" val="2548250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426CC-50F9-6CD6-0319-E4D69E990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CDF06BF-AF2A-8D03-3796-78A158C76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555" y="0"/>
            <a:ext cx="89568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1034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32E94-ECA3-47FE-C71D-D0D7613DB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ar 60"/>
          <p:cNvSpPr/>
          <p:nvPr/>
        </p:nvSpPr>
        <p:spPr>
          <a:xfrm>
            <a:off x="558800" y="660400"/>
            <a:ext cx="685800" cy="762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Headline"/>
          <p:cNvSpPr txBox="1"/>
          <p:nvPr/>
        </p:nvSpPr>
        <p:spPr>
          <a:xfrm>
            <a:off x="533400" y="965200"/>
            <a:ext cx="3886200" cy="1117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zh-TW" altLang="en-US" sz="3200" b="1" dirty="0">
                <a:solidFill>
                  <a:srgbClr val="0E2841"/>
                </a:solidFill>
              </a:rPr>
              <a:t>套用公式做題</a:t>
            </a:r>
            <a:endParaRPr lang="zh-TW" sz="3200" b="1" dirty="0">
              <a:solidFill>
                <a:srgbClr val="0E2841"/>
              </a:solidFill>
            </a:endParaRPr>
          </a:p>
          <a:p>
            <a:pPr algn="l">
              <a:spcBef>
                <a:spcPts val="700"/>
              </a:spcBef>
              <a:buNone/>
            </a:pPr>
            <a:r>
              <a:rPr lang="zh-TW" sz="1500" dirty="0">
                <a:solidFill>
                  <a:srgbClr val="3C4C5A"/>
                </a:solidFill>
              </a:rPr>
              <a:t>服裝 × 機位視角 × 文學文案</a:t>
            </a:r>
          </a:p>
        </p:txBody>
      </p:sp>
      <p:sp>
        <p:nvSpPr>
          <p:cNvPr id="62" name="Practice Points"/>
          <p:cNvSpPr txBox="1"/>
          <p:nvPr/>
        </p:nvSpPr>
        <p:spPr>
          <a:xfrm>
            <a:off x="533400" y="2413000"/>
            <a:ext cx="3886200" cy="2286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zh-TW" sz="1700" b="1" dirty="0">
                <a:solidFill>
                  <a:srgbClr val="E97132"/>
                </a:solidFill>
              </a:rPr>
              <a:t>服裝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zh-TW" sz="1450" dirty="0">
                <a:solidFill>
                  <a:srgbClr val="3C4C5A"/>
                </a:solidFill>
              </a:rPr>
              <a:t>黑色長大衣壓暗，對比冰原冷白。</a:t>
            </a:r>
          </a:p>
          <a:p>
            <a:pPr marL="0" indent="0" algn="l">
              <a:spcBef>
                <a:spcPts val="1800"/>
              </a:spcBef>
              <a:buNone/>
            </a:pPr>
            <a:r>
              <a:rPr lang="zh-TW" sz="1700" b="1" dirty="0">
                <a:solidFill>
                  <a:srgbClr val="E97132"/>
                </a:solidFill>
              </a:rPr>
              <a:t>機位視角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zh-TW" sz="1450" dirty="0">
                <a:solidFill>
                  <a:srgbClr val="3C4C5A"/>
                </a:solidFill>
              </a:rPr>
              <a:t>低角貼地，裂冰延伸成引導線。</a:t>
            </a:r>
          </a:p>
          <a:p>
            <a:pPr marL="0" indent="0" algn="l">
              <a:spcBef>
                <a:spcPts val="1800"/>
              </a:spcBef>
              <a:buNone/>
            </a:pPr>
            <a:r>
              <a:rPr lang="zh-TW" sz="1700" b="1" dirty="0">
                <a:solidFill>
                  <a:srgbClr val="E97132"/>
                </a:solidFill>
              </a:rPr>
              <a:t>文學文案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zh-TW" sz="1450" dirty="0">
                <a:solidFill>
                  <a:srgbClr val="3C4C5A"/>
                </a:solidFill>
              </a:rPr>
              <a:t>短句置於左上，與主體對角平衡。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7AAAD34-C7C5-1E55-F24B-F73F5CE58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068" y="0"/>
            <a:ext cx="7423932" cy="741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3541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EFF82-AB6C-36DD-EBD6-FF783615E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F486188-DDBB-E6A5-2125-D2330DAEA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068" y="-1"/>
            <a:ext cx="7423932" cy="7405511"/>
          </a:xfrm>
          <a:prstGeom prst="rect">
            <a:avLst/>
          </a:prstGeom>
        </p:spPr>
      </p:pic>
      <p:sp>
        <p:nvSpPr>
          <p:cNvPr id="60" name="Bar 60">
            <a:extLst>
              <a:ext uri="{FF2B5EF4-FFF2-40B4-BE49-F238E27FC236}">
                <a16:creationId xmlns:a16="http://schemas.microsoft.com/office/drawing/2014/main" id="{F8409552-F559-562B-67C9-4DD2D0B9A94B}"/>
              </a:ext>
            </a:extLst>
          </p:cNvPr>
          <p:cNvSpPr/>
          <p:nvPr/>
        </p:nvSpPr>
        <p:spPr>
          <a:xfrm>
            <a:off x="558800" y="660400"/>
            <a:ext cx="685800" cy="762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Practice Points">
            <a:extLst>
              <a:ext uri="{FF2B5EF4-FFF2-40B4-BE49-F238E27FC236}">
                <a16:creationId xmlns:a16="http://schemas.microsoft.com/office/drawing/2014/main" id="{DE88E5E3-CEC0-1654-C872-64DE7798BDB3}"/>
              </a:ext>
            </a:extLst>
          </p:cNvPr>
          <p:cNvSpPr txBox="1"/>
          <p:nvPr/>
        </p:nvSpPr>
        <p:spPr>
          <a:xfrm>
            <a:off x="533400" y="2413000"/>
            <a:ext cx="3886200" cy="2286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zh-TW" sz="1700" b="1" dirty="0">
                <a:solidFill>
                  <a:srgbClr val="E97132"/>
                </a:solidFill>
              </a:rPr>
              <a:t>服裝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zh-TW" sz="1450" dirty="0">
                <a:solidFill>
                  <a:srgbClr val="3C4C5A"/>
                </a:solidFill>
              </a:rPr>
              <a:t>黑色長大衣壓暗，對比冰原冷白。</a:t>
            </a:r>
          </a:p>
          <a:p>
            <a:pPr marL="0" indent="0" algn="l">
              <a:spcBef>
                <a:spcPts val="1800"/>
              </a:spcBef>
              <a:buNone/>
            </a:pPr>
            <a:r>
              <a:rPr lang="zh-TW" sz="1700" b="1" dirty="0">
                <a:solidFill>
                  <a:srgbClr val="E97132"/>
                </a:solidFill>
              </a:rPr>
              <a:t>機位視角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zh-TW" sz="1450" dirty="0">
                <a:solidFill>
                  <a:srgbClr val="3C4C5A"/>
                </a:solidFill>
              </a:rPr>
              <a:t>低角貼地，裂冰延伸成引導線。</a:t>
            </a:r>
          </a:p>
          <a:p>
            <a:pPr marL="0" indent="0" algn="l">
              <a:spcBef>
                <a:spcPts val="1800"/>
              </a:spcBef>
              <a:buNone/>
            </a:pPr>
            <a:r>
              <a:rPr lang="zh-TW" sz="1700" b="1" dirty="0">
                <a:solidFill>
                  <a:srgbClr val="E97132"/>
                </a:solidFill>
              </a:rPr>
              <a:t>文學文案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zh-TW" sz="1450" dirty="0">
                <a:solidFill>
                  <a:srgbClr val="3C4C5A"/>
                </a:solidFill>
              </a:rPr>
              <a:t>短句置於左上，與主體對角平衡。</a:t>
            </a:r>
          </a:p>
        </p:txBody>
      </p:sp>
      <p:sp>
        <p:nvSpPr>
          <p:cNvPr id="9" name="Headline">
            <a:extLst>
              <a:ext uri="{FF2B5EF4-FFF2-40B4-BE49-F238E27FC236}">
                <a16:creationId xmlns:a16="http://schemas.microsoft.com/office/drawing/2014/main" id="{0FD2E22F-CF7A-CCB7-1588-BE9BDFE410FB}"/>
              </a:ext>
            </a:extLst>
          </p:cNvPr>
          <p:cNvSpPr txBox="1"/>
          <p:nvPr/>
        </p:nvSpPr>
        <p:spPr>
          <a:xfrm>
            <a:off x="533400" y="965200"/>
            <a:ext cx="3886200" cy="1117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zh-TW" altLang="en-US" sz="3200" b="1" dirty="0">
                <a:solidFill>
                  <a:srgbClr val="0E2841"/>
                </a:solidFill>
              </a:rPr>
              <a:t>套用公式做題</a:t>
            </a:r>
            <a:endParaRPr lang="zh-TW" sz="3200" b="1" dirty="0">
              <a:solidFill>
                <a:srgbClr val="0E2841"/>
              </a:solidFill>
            </a:endParaRPr>
          </a:p>
          <a:p>
            <a:pPr algn="l">
              <a:spcBef>
                <a:spcPts val="700"/>
              </a:spcBef>
              <a:buNone/>
            </a:pPr>
            <a:r>
              <a:rPr lang="zh-TW" sz="1500" dirty="0">
                <a:solidFill>
                  <a:srgbClr val="3C4C5A"/>
                </a:solidFill>
              </a:rPr>
              <a:t>服裝 × 機位視角 × 文學文案</a:t>
            </a:r>
          </a:p>
        </p:txBody>
      </p:sp>
    </p:spTree>
    <p:extLst>
      <p:ext uri="{BB962C8B-B14F-4D97-AF65-F5344CB8AC3E}">
        <p14:creationId xmlns:p14="http://schemas.microsoft.com/office/powerpoint/2010/main" val="2200074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F15C122-6C24-3649-A0C4-998F3D7B5AFE}">
  <we:reference id="wa200010001" version="1.0.0.1" store="zh-TW" storeType="OMEX"/>
  <we:alternateReferences>
    <we:reference id="WA200010001" version="1.0.0.1" store="" storeType="OMEX"/>
  </we:alternateReferences>
  <we:properties>
    <we:property name="claude.fileId" value="&quot;35e91f16-cbc6-4ebe-b36b-88ea7319938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268</TotalTime>
  <Words>846</Words>
  <Application>Microsoft Macintosh PowerPoint</Application>
  <PresentationFormat>寬螢幕</PresentationFormat>
  <Paragraphs>151</Paragraphs>
  <Slides>53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53</vt:i4>
      </vt:variant>
    </vt:vector>
  </HeadingPairs>
  <TitlesOfParts>
    <vt:vector size="60" baseType="lpstr">
      <vt:lpstr>Kaiti SC</vt:lpstr>
      <vt:lpstr>LANTINGHEI SC DEMIBOLD</vt:lpstr>
      <vt:lpstr>American Typewriter</vt:lpstr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chang tien han</dc:creator>
  <cp:lastModifiedBy>chang tien han</cp:lastModifiedBy>
  <cp:revision>4</cp:revision>
  <dcterms:created xsi:type="dcterms:W3CDTF">2026-08-31T00:33:29Z</dcterms:created>
  <dcterms:modified xsi:type="dcterms:W3CDTF">2026-08-31T05:03:11Z</dcterms:modified>
</cp:coreProperties>
</file>