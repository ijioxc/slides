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28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−20 °C</c:v>
                </c:pt>
              </c:strCache>
            </c:strRef>
          </c:tx>
          <c:spPr>
            <a:ln w="25400" cap="flat">
              <a:solidFill>
                <a:srgbClr val="0071E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Sheet1!$A$2:$A$136</c:f>
              <c:numCache>
                <c:formatCode>General</c:formatCode>
                <c:ptCount val="135"/>
                <c:pt idx="0">
                  <c:v>80</c:v>
                </c:pt>
                <c:pt idx="1">
                  <c:v>105</c:v>
                </c:pt>
                <c:pt idx="2">
                  <c:v>130</c:v>
                </c:pt>
                <c:pt idx="3">
                  <c:v>155</c:v>
                </c:pt>
                <c:pt idx="4">
                  <c:v>180</c:v>
                </c:pt>
                <c:pt idx="5">
                  <c:v>205</c:v>
                </c:pt>
                <c:pt idx="6">
                  <c:v>230</c:v>
                </c:pt>
                <c:pt idx="7">
                  <c:v>255</c:v>
                </c:pt>
                <c:pt idx="8">
                  <c:v>280</c:v>
                </c:pt>
                <c:pt idx="9">
                  <c:v>305</c:v>
                </c:pt>
                <c:pt idx="10">
                  <c:v>330</c:v>
                </c:pt>
                <c:pt idx="11">
                  <c:v>355</c:v>
                </c:pt>
                <c:pt idx="12">
                  <c:v>380</c:v>
                </c:pt>
                <c:pt idx="13">
                  <c:v>405</c:v>
                </c:pt>
                <c:pt idx="14">
                  <c:v>430</c:v>
                </c:pt>
                <c:pt idx="15">
                  <c:v>455</c:v>
                </c:pt>
                <c:pt idx="16">
                  <c:v>480</c:v>
                </c:pt>
                <c:pt idx="17">
                  <c:v>505</c:v>
                </c:pt>
                <c:pt idx="18">
                  <c:v>530</c:v>
                </c:pt>
                <c:pt idx="19">
                  <c:v>555</c:v>
                </c:pt>
                <c:pt idx="20">
                  <c:v>580</c:v>
                </c:pt>
                <c:pt idx="21">
                  <c:v>605</c:v>
                </c:pt>
                <c:pt idx="22">
                  <c:v>630</c:v>
                </c:pt>
                <c:pt idx="23">
                  <c:v>655</c:v>
                </c:pt>
                <c:pt idx="24">
                  <c:v>680</c:v>
                </c:pt>
                <c:pt idx="25">
                  <c:v>705</c:v>
                </c:pt>
                <c:pt idx="26">
                  <c:v>730</c:v>
                </c:pt>
                <c:pt idx="27">
                  <c:v>755</c:v>
                </c:pt>
                <c:pt idx="28">
                  <c:v>780</c:v>
                </c:pt>
                <c:pt idx="29">
                  <c:v>805</c:v>
                </c:pt>
                <c:pt idx="30">
                  <c:v>830</c:v>
                </c:pt>
                <c:pt idx="31">
                  <c:v>855</c:v>
                </c:pt>
                <c:pt idx="32">
                  <c:v>880</c:v>
                </c:pt>
                <c:pt idx="33">
                  <c:v>905</c:v>
                </c:pt>
                <c:pt idx="34">
                  <c:v>930</c:v>
                </c:pt>
                <c:pt idx="35">
                  <c:v>955</c:v>
                </c:pt>
                <c:pt idx="36">
                  <c:v>980</c:v>
                </c:pt>
                <c:pt idx="37">
                  <c:v>1005</c:v>
                </c:pt>
                <c:pt idx="38">
                  <c:v>1030</c:v>
                </c:pt>
                <c:pt idx="39">
                  <c:v>1055</c:v>
                </c:pt>
                <c:pt idx="40">
                  <c:v>1080</c:v>
                </c:pt>
                <c:pt idx="41">
                  <c:v>1105</c:v>
                </c:pt>
                <c:pt idx="42">
                  <c:v>1130</c:v>
                </c:pt>
                <c:pt idx="43">
                  <c:v>1155</c:v>
                </c:pt>
                <c:pt idx="44">
                  <c:v>1180</c:v>
                </c:pt>
                <c:pt idx="45">
                  <c:v>1205</c:v>
                </c:pt>
                <c:pt idx="46">
                  <c:v>1230</c:v>
                </c:pt>
                <c:pt idx="47">
                  <c:v>1255</c:v>
                </c:pt>
                <c:pt idx="48">
                  <c:v>1280</c:v>
                </c:pt>
                <c:pt idx="49">
                  <c:v>1305</c:v>
                </c:pt>
                <c:pt idx="50">
                  <c:v>1330</c:v>
                </c:pt>
                <c:pt idx="51">
                  <c:v>1355</c:v>
                </c:pt>
                <c:pt idx="52">
                  <c:v>1380</c:v>
                </c:pt>
                <c:pt idx="53">
                  <c:v>1405</c:v>
                </c:pt>
                <c:pt idx="54">
                  <c:v>1430</c:v>
                </c:pt>
                <c:pt idx="55">
                  <c:v>1455</c:v>
                </c:pt>
                <c:pt idx="56">
                  <c:v>1480</c:v>
                </c:pt>
                <c:pt idx="57">
                  <c:v>1505</c:v>
                </c:pt>
                <c:pt idx="58">
                  <c:v>1530</c:v>
                </c:pt>
                <c:pt idx="59">
                  <c:v>1555</c:v>
                </c:pt>
                <c:pt idx="60">
                  <c:v>1580</c:v>
                </c:pt>
                <c:pt idx="61">
                  <c:v>1605</c:v>
                </c:pt>
                <c:pt idx="62">
                  <c:v>1630</c:v>
                </c:pt>
                <c:pt idx="63">
                  <c:v>1655</c:v>
                </c:pt>
                <c:pt idx="64">
                  <c:v>1680</c:v>
                </c:pt>
                <c:pt idx="65">
                  <c:v>1705</c:v>
                </c:pt>
                <c:pt idx="66">
                  <c:v>1730</c:v>
                </c:pt>
                <c:pt idx="67">
                  <c:v>1755</c:v>
                </c:pt>
                <c:pt idx="68">
                  <c:v>1780</c:v>
                </c:pt>
                <c:pt idx="69">
                  <c:v>1805</c:v>
                </c:pt>
                <c:pt idx="70">
                  <c:v>1830</c:v>
                </c:pt>
                <c:pt idx="71">
                  <c:v>1855</c:v>
                </c:pt>
                <c:pt idx="72">
                  <c:v>1880</c:v>
                </c:pt>
                <c:pt idx="73">
                  <c:v>1905</c:v>
                </c:pt>
                <c:pt idx="74">
                  <c:v>1930</c:v>
                </c:pt>
                <c:pt idx="75">
                  <c:v>1955</c:v>
                </c:pt>
                <c:pt idx="76">
                  <c:v>1980</c:v>
                </c:pt>
                <c:pt idx="77">
                  <c:v>2005</c:v>
                </c:pt>
                <c:pt idx="78">
                  <c:v>2030</c:v>
                </c:pt>
                <c:pt idx="79">
                  <c:v>2055</c:v>
                </c:pt>
                <c:pt idx="80">
                  <c:v>2080</c:v>
                </c:pt>
                <c:pt idx="81">
                  <c:v>2105</c:v>
                </c:pt>
                <c:pt idx="82">
                  <c:v>2130</c:v>
                </c:pt>
                <c:pt idx="83">
                  <c:v>2155</c:v>
                </c:pt>
                <c:pt idx="84">
                  <c:v>2180</c:v>
                </c:pt>
                <c:pt idx="85">
                  <c:v>2205</c:v>
                </c:pt>
                <c:pt idx="86">
                  <c:v>2230</c:v>
                </c:pt>
                <c:pt idx="87">
                  <c:v>2255</c:v>
                </c:pt>
                <c:pt idx="88">
                  <c:v>2280</c:v>
                </c:pt>
                <c:pt idx="89">
                  <c:v>2305</c:v>
                </c:pt>
                <c:pt idx="90">
                  <c:v>2330</c:v>
                </c:pt>
                <c:pt idx="91">
                  <c:v>2355</c:v>
                </c:pt>
                <c:pt idx="92">
                  <c:v>2380</c:v>
                </c:pt>
                <c:pt idx="93">
                  <c:v>2405</c:v>
                </c:pt>
                <c:pt idx="94">
                  <c:v>2430</c:v>
                </c:pt>
                <c:pt idx="95">
                  <c:v>2455</c:v>
                </c:pt>
                <c:pt idx="96">
                  <c:v>2480</c:v>
                </c:pt>
                <c:pt idx="97">
                  <c:v>2505</c:v>
                </c:pt>
                <c:pt idx="98">
                  <c:v>2530</c:v>
                </c:pt>
                <c:pt idx="99">
                  <c:v>2555</c:v>
                </c:pt>
                <c:pt idx="100">
                  <c:v>2580</c:v>
                </c:pt>
                <c:pt idx="101">
                  <c:v>2590</c:v>
                </c:pt>
                <c:pt idx="102">
                  <c:v>2605</c:v>
                </c:pt>
                <c:pt idx="103">
                  <c:v>2630</c:v>
                </c:pt>
                <c:pt idx="104">
                  <c:v>2655</c:v>
                </c:pt>
                <c:pt idx="105">
                  <c:v>2680</c:v>
                </c:pt>
                <c:pt idx="106">
                  <c:v>2705</c:v>
                </c:pt>
                <c:pt idx="107">
                  <c:v>2730</c:v>
                </c:pt>
                <c:pt idx="108">
                  <c:v>2755</c:v>
                </c:pt>
                <c:pt idx="109">
                  <c:v>2780</c:v>
                </c:pt>
                <c:pt idx="110">
                  <c:v>2805</c:v>
                </c:pt>
                <c:pt idx="111">
                  <c:v>2830</c:v>
                </c:pt>
                <c:pt idx="112">
                  <c:v>2855</c:v>
                </c:pt>
                <c:pt idx="113">
                  <c:v>2880</c:v>
                </c:pt>
                <c:pt idx="114">
                  <c:v>2885</c:v>
                </c:pt>
                <c:pt idx="115">
                  <c:v>2905</c:v>
                </c:pt>
                <c:pt idx="116">
                  <c:v>2930</c:v>
                </c:pt>
                <c:pt idx="117">
                  <c:v>2955</c:v>
                </c:pt>
                <c:pt idx="118">
                  <c:v>2980</c:v>
                </c:pt>
                <c:pt idx="119">
                  <c:v>3005</c:v>
                </c:pt>
                <c:pt idx="120">
                  <c:v>3030</c:v>
                </c:pt>
                <c:pt idx="121">
                  <c:v>3055</c:v>
                </c:pt>
                <c:pt idx="122">
                  <c:v>3080</c:v>
                </c:pt>
                <c:pt idx="123">
                  <c:v>3105</c:v>
                </c:pt>
                <c:pt idx="124">
                  <c:v>3130</c:v>
                </c:pt>
                <c:pt idx="125">
                  <c:v>3155</c:v>
                </c:pt>
                <c:pt idx="126">
                  <c:v>3180</c:v>
                </c:pt>
                <c:pt idx="127">
                  <c:v>3205</c:v>
                </c:pt>
                <c:pt idx="128">
                  <c:v>3230</c:v>
                </c:pt>
                <c:pt idx="129">
                  <c:v>3255</c:v>
                </c:pt>
                <c:pt idx="130">
                  <c:v>3280</c:v>
                </c:pt>
                <c:pt idx="131">
                  <c:v>3285</c:v>
                </c:pt>
                <c:pt idx="132">
                  <c:v>3305</c:v>
                </c:pt>
                <c:pt idx="133">
                  <c:v>3330</c:v>
                </c:pt>
                <c:pt idx="134">
                  <c:v>3345</c:v>
                </c:pt>
              </c:numCache>
            </c:numRef>
          </c:xVal>
          <c:yVal>
            <c:numRef>
              <c:f>Sheet1!$B$2:$B$136</c:f>
              <c:numCache>
                <c:formatCode>General</c:formatCode>
                <c:ptCount val="135"/>
                <c:pt idx="0">
                  <c:v>2.87</c:v>
                </c:pt>
                <c:pt idx="1">
                  <c:v>2.9489999999999998</c:v>
                </c:pt>
                <c:pt idx="2">
                  <c:v>3.0459999999999998</c:v>
                </c:pt>
                <c:pt idx="3">
                  <c:v>3.1269999999999998</c:v>
                </c:pt>
                <c:pt idx="4">
                  <c:v>3.1779999999999999</c:v>
                </c:pt>
                <c:pt idx="5">
                  <c:v>3.2210000000000001</c:v>
                </c:pt>
                <c:pt idx="6">
                  <c:v>3.2549999999999999</c:v>
                </c:pt>
                <c:pt idx="7">
                  <c:v>3.28</c:v>
                </c:pt>
                <c:pt idx="8">
                  <c:v>3.298</c:v>
                </c:pt>
                <c:pt idx="9">
                  <c:v>3.3149999999999999</c:v>
                </c:pt>
                <c:pt idx="10">
                  <c:v>3.327</c:v>
                </c:pt>
                <c:pt idx="11">
                  <c:v>3.335</c:v>
                </c:pt>
                <c:pt idx="12">
                  <c:v>3.3420000000000001</c:v>
                </c:pt>
                <c:pt idx="13">
                  <c:v>3.3490000000000002</c:v>
                </c:pt>
                <c:pt idx="14">
                  <c:v>3.3530000000000002</c:v>
                </c:pt>
                <c:pt idx="15">
                  <c:v>3.3540000000000001</c:v>
                </c:pt>
                <c:pt idx="16">
                  <c:v>3.355</c:v>
                </c:pt>
                <c:pt idx="17">
                  <c:v>3.3540000000000001</c:v>
                </c:pt>
                <c:pt idx="18">
                  <c:v>3.3530000000000002</c:v>
                </c:pt>
                <c:pt idx="19">
                  <c:v>3.351</c:v>
                </c:pt>
                <c:pt idx="20">
                  <c:v>3.3479999999999999</c:v>
                </c:pt>
                <c:pt idx="21">
                  <c:v>3.3439999999999999</c:v>
                </c:pt>
                <c:pt idx="22">
                  <c:v>3.3410000000000002</c:v>
                </c:pt>
                <c:pt idx="23">
                  <c:v>3.335</c:v>
                </c:pt>
                <c:pt idx="24">
                  <c:v>3.331</c:v>
                </c:pt>
                <c:pt idx="25">
                  <c:v>3.3239999999999998</c:v>
                </c:pt>
                <c:pt idx="26">
                  <c:v>3.319</c:v>
                </c:pt>
                <c:pt idx="27">
                  <c:v>3.3119999999999998</c:v>
                </c:pt>
                <c:pt idx="28">
                  <c:v>3.3050000000000002</c:v>
                </c:pt>
                <c:pt idx="29">
                  <c:v>3.2970000000000002</c:v>
                </c:pt>
                <c:pt idx="30">
                  <c:v>3.29</c:v>
                </c:pt>
                <c:pt idx="31">
                  <c:v>3.2839999999999998</c:v>
                </c:pt>
                <c:pt idx="32">
                  <c:v>3.2730000000000001</c:v>
                </c:pt>
                <c:pt idx="33">
                  <c:v>3.266</c:v>
                </c:pt>
                <c:pt idx="34">
                  <c:v>3.258</c:v>
                </c:pt>
                <c:pt idx="35">
                  <c:v>3.2480000000000002</c:v>
                </c:pt>
                <c:pt idx="36">
                  <c:v>3.24</c:v>
                </c:pt>
                <c:pt idx="37">
                  <c:v>3.2290000000000001</c:v>
                </c:pt>
                <c:pt idx="38">
                  <c:v>3.222</c:v>
                </c:pt>
                <c:pt idx="39">
                  <c:v>3.2130000000000001</c:v>
                </c:pt>
                <c:pt idx="40">
                  <c:v>3.2040000000000002</c:v>
                </c:pt>
                <c:pt idx="41">
                  <c:v>3.1930000000000001</c:v>
                </c:pt>
                <c:pt idx="42">
                  <c:v>3.1840000000000002</c:v>
                </c:pt>
                <c:pt idx="43">
                  <c:v>3.1760000000000002</c:v>
                </c:pt>
                <c:pt idx="44">
                  <c:v>3.1669999999999998</c:v>
                </c:pt>
                <c:pt idx="45">
                  <c:v>3.1560000000000001</c:v>
                </c:pt>
                <c:pt idx="46">
                  <c:v>3.1469999999999998</c:v>
                </c:pt>
                <c:pt idx="47">
                  <c:v>3.1379999999999999</c:v>
                </c:pt>
                <c:pt idx="48">
                  <c:v>3.129</c:v>
                </c:pt>
                <c:pt idx="49">
                  <c:v>3.1190000000000002</c:v>
                </c:pt>
                <c:pt idx="50">
                  <c:v>3.1110000000000002</c:v>
                </c:pt>
                <c:pt idx="51">
                  <c:v>3.1</c:v>
                </c:pt>
                <c:pt idx="52">
                  <c:v>3.0920000000000001</c:v>
                </c:pt>
                <c:pt idx="53">
                  <c:v>3.0819999999999999</c:v>
                </c:pt>
                <c:pt idx="54">
                  <c:v>3.073</c:v>
                </c:pt>
                <c:pt idx="55">
                  <c:v>3.0619999999999998</c:v>
                </c:pt>
                <c:pt idx="56">
                  <c:v>3.0539999999999998</c:v>
                </c:pt>
                <c:pt idx="57">
                  <c:v>3.0419999999999998</c:v>
                </c:pt>
                <c:pt idx="58">
                  <c:v>3.0350000000000001</c:v>
                </c:pt>
                <c:pt idx="59">
                  <c:v>3.0259999999999998</c:v>
                </c:pt>
                <c:pt idx="60">
                  <c:v>3.0169999999999999</c:v>
                </c:pt>
                <c:pt idx="61">
                  <c:v>3.008</c:v>
                </c:pt>
                <c:pt idx="62">
                  <c:v>2.9980000000000002</c:v>
                </c:pt>
                <c:pt idx="63">
                  <c:v>2.9870000000000001</c:v>
                </c:pt>
                <c:pt idx="64">
                  <c:v>2.98</c:v>
                </c:pt>
                <c:pt idx="65">
                  <c:v>2.9689999999999999</c:v>
                </c:pt>
                <c:pt idx="66">
                  <c:v>2.96</c:v>
                </c:pt>
                <c:pt idx="67">
                  <c:v>2.95</c:v>
                </c:pt>
                <c:pt idx="68">
                  <c:v>2.9409999999999998</c:v>
                </c:pt>
                <c:pt idx="69">
                  <c:v>2.93</c:v>
                </c:pt>
                <c:pt idx="70">
                  <c:v>2.919</c:v>
                </c:pt>
                <c:pt idx="71">
                  <c:v>2.9079999999999999</c:v>
                </c:pt>
                <c:pt idx="72">
                  <c:v>2.8980000000000001</c:v>
                </c:pt>
                <c:pt idx="73">
                  <c:v>2.887</c:v>
                </c:pt>
                <c:pt idx="74">
                  <c:v>2.8759999999999999</c:v>
                </c:pt>
                <c:pt idx="75">
                  <c:v>2.8650000000000002</c:v>
                </c:pt>
                <c:pt idx="76">
                  <c:v>2.8530000000000002</c:v>
                </c:pt>
                <c:pt idx="77">
                  <c:v>2.8380000000000001</c:v>
                </c:pt>
                <c:pt idx="78">
                  <c:v>2.83</c:v>
                </c:pt>
                <c:pt idx="79">
                  <c:v>2.8170000000000002</c:v>
                </c:pt>
                <c:pt idx="80">
                  <c:v>2.8039999999999998</c:v>
                </c:pt>
                <c:pt idx="81">
                  <c:v>2.7919999999999998</c:v>
                </c:pt>
                <c:pt idx="82">
                  <c:v>2.78</c:v>
                </c:pt>
                <c:pt idx="83">
                  <c:v>2.7650000000000001</c:v>
                </c:pt>
                <c:pt idx="84">
                  <c:v>2.7509999999999999</c:v>
                </c:pt>
                <c:pt idx="85">
                  <c:v>2.7360000000000002</c:v>
                </c:pt>
                <c:pt idx="86">
                  <c:v>2.722</c:v>
                </c:pt>
                <c:pt idx="87">
                  <c:v>2.706</c:v>
                </c:pt>
                <c:pt idx="88">
                  <c:v>2.69</c:v>
                </c:pt>
                <c:pt idx="89">
                  <c:v>2.6760000000000002</c:v>
                </c:pt>
                <c:pt idx="90">
                  <c:v>2.66</c:v>
                </c:pt>
                <c:pt idx="91">
                  <c:v>2.6440000000000001</c:v>
                </c:pt>
                <c:pt idx="92">
                  <c:v>2.63</c:v>
                </c:pt>
                <c:pt idx="93">
                  <c:v>2.6120000000000001</c:v>
                </c:pt>
                <c:pt idx="94">
                  <c:v>2.597</c:v>
                </c:pt>
                <c:pt idx="95">
                  <c:v>2.581</c:v>
                </c:pt>
                <c:pt idx="96">
                  <c:v>2.5649999999999999</c:v>
                </c:pt>
                <c:pt idx="97">
                  <c:v>2.544</c:v>
                </c:pt>
                <c:pt idx="98">
                  <c:v>2.5339999999999998</c:v>
                </c:pt>
                <c:pt idx="99">
                  <c:v>2.52</c:v>
                </c:pt>
                <c:pt idx="100">
                  <c:v>2.5059999999999998</c:v>
                </c:pt>
                <c:pt idx="101">
                  <c:v>2.5030000000000001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C5-284E-A351-D5D2D9F92E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−10 °C</c:v>
                </c:pt>
              </c:strCache>
            </c:strRef>
          </c:tx>
          <c:spPr>
            <a:ln w="25400" cap="flat">
              <a:solidFill>
                <a:srgbClr val="5AC8FA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Sheet1!$A$2:$A$136</c:f>
              <c:numCache>
                <c:formatCode>General</c:formatCode>
                <c:ptCount val="135"/>
                <c:pt idx="0">
                  <c:v>80</c:v>
                </c:pt>
                <c:pt idx="1">
                  <c:v>105</c:v>
                </c:pt>
                <c:pt idx="2">
                  <c:v>130</c:v>
                </c:pt>
                <c:pt idx="3">
                  <c:v>155</c:v>
                </c:pt>
                <c:pt idx="4">
                  <c:v>180</c:v>
                </c:pt>
                <c:pt idx="5">
                  <c:v>205</c:v>
                </c:pt>
                <c:pt idx="6">
                  <c:v>230</c:v>
                </c:pt>
                <c:pt idx="7">
                  <c:v>255</c:v>
                </c:pt>
                <c:pt idx="8">
                  <c:v>280</c:v>
                </c:pt>
                <c:pt idx="9">
                  <c:v>305</c:v>
                </c:pt>
                <c:pt idx="10">
                  <c:v>330</c:v>
                </c:pt>
                <c:pt idx="11">
                  <c:v>355</c:v>
                </c:pt>
                <c:pt idx="12">
                  <c:v>380</c:v>
                </c:pt>
                <c:pt idx="13">
                  <c:v>405</c:v>
                </c:pt>
                <c:pt idx="14">
                  <c:v>430</c:v>
                </c:pt>
                <c:pt idx="15">
                  <c:v>455</c:v>
                </c:pt>
                <c:pt idx="16">
                  <c:v>480</c:v>
                </c:pt>
                <c:pt idx="17">
                  <c:v>505</c:v>
                </c:pt>
                <c:pt idx="18">
                  <c:v>530</c:v>
                </c:pt>
                <c:pt idx="19">
                  <c:v>555</c:v>
                </c:pt>
                <c:pt idx="20">
                  <c:v>580</c:v>
                </c:pt>
                <c:pt idx="21">
                  <c:v>605</c:v>
                </c:pt>
                <c:pt idx="22">
                  <c:v>630</c:v>
                </c:pt>
                <c:pt idx="23">
                  <c:v>655</c:v>
                </c:pt>
                <c:pt idx="24">
                  <c:v>680</c:v>
                </c:pt>
                <c:pt idx="25">
                  <c:v>705</c:v>
                </c:pt>
                <c:pt idx="26">
                  <c:v>730</c:v>
                </c:pt>
                <c:pt idx="27">
                  <c:v>755</c:v>
                </c:pt>
                <c:pt idx="28">
                  <c:v>780</c:v>
                </c:pt>
                <c:pt idx="29">
                  <c:v>805</c:v>
                </c:pt>
                <c:pt idx="30">
                  <c:v>830</c:v>
                </c:pt>
                <c:pt idx="31">
                  <c:v>855</c:v>
                </c:pt>
                <c:pt idx="32">
                  <c:v>880</c:v>
                </c:pt>
                <c:pt idx="33">
                  <c:v>905</c:v>
                </c:pt>
                <c:pt idx="34">
                  <c:v>930</c:v>
                </c:pt>
                <c:pt idx="35">
                  <c:v>955</c:v>
                </c:pt>
                <c:pt idx="36">
                  <c:v>980</c:v>
                </c:pt>
                <c:pt idx="37">
                  <c:v>1005</c:v>
                </c:pt>
                <c:pt idx="38">
                  <c:v>1030</c:v>
                </c:pt>
                <c:pt idx="39">
                  <c:v>1055</c:v>
                </c:pt>
                <c:pt idx="40">
                  <c:v>1080</c:v>
                </c:pt>
                <c:pt idx="41">
                  <c:v>1105</c:v>
                </c:pt>
                <c:pt idx="42">
                  <c:v>1130</c:v>
                </c:pt>
                <c:pt idx="43">
                  <c:v>1155</c:v>
                </c:pt>
                <c:pt idx="44">
                  <c:v>1180</c:v>
                </c:pt>
                <c:pt idx="45">
                  <c:v>1205</c:v>
                </c:pt>
                <c:pt idx="46">
                  <c:v>1230</c:v>
                </c:pt>
                <c:pt idx="47">
                  <c:v>1255</c:v>
                </c:pt>
                <c:pt idx="48">
                  <c:v>1280</c:v>
                </c:pt>
                <c:pt idx="49">
                  <c:v>1305</c:v>
                </c:pt>
                <c:pt idx="50">
                  <c:v>1330</c:v>
                </c:pt>
                <c:pt idx="51">
                  <c:v>1355</c:v>
                </c:pt>
                <c:pt idx="52">
                  <c:v>1380</c:v>
                </c:pt>
                <c:pt idx="53">
                  <c:v>1405</c:v>
                </c:pt>
                <c:pt idx="54">
                  <c:v>1430</c:v>
                </c:pt>
                <c:pt idx="55">
                  <c:v>1455</c:v>
                </c:pt>
                <c:pt idx="56">
                  <c:v>1480</c:v>
                </c:pt>
                <c:pt idx="57">
                  <c:v>1505</c:v>
                </c:pt>
                <c:pt idx="58">
                  <c:v>1530</c:v>
                </c:pt>
                <c:pt idx="59">
                  <c:v>1555</c:v>
                </c:pt>
                <c:pt idx="60">
                  <c:v>1580</c:v>
                </c:pt>
                <c:pt idx="61">
                  <c:v>1605</c:v>
                </c:pt>
                <c:pt idx="62">
                  <c:v>1630</c:v>
                </c:pt>
                <c:pt idx="63">
                  <c:v>1655</c:v>
                </c:pt>
                <c:pt idx="64">
                  <c:v>1680</c:v>
                </c:pt>
                <c:pt idx="65">
                  <c:v>1705</c:v>
                </c:pt>
                <c:pt idx="66">
                  <c:v>1730</c:v>
                </c:pt>
                <c:pt idx="67">
                  <c:v>1755</c:v>
                </c:pt>
                <c:pt idx="68">
                  <c:v>1780</c:v>
                </c:pt>
                <c:pt idx="69">
                  <c:v>1805</c:v>
                </c:pt>
                <c:pt idx="70">
                  <c:v>1830</c:v>
                </c:pt>
                <c:pt idx="71">
                  <c:v>1855</c:v>
                </c:pt>
                <c:pt idx="72">
                  <c:v>1880</c:v>
                </c:pt>
                <c:pt idx="73">
                  <c:v>1905</c:v>
                </c:pt>
                <c:pt idx="74">
                  <c:v>1930</c:v>
                </c:pt>
                <c:pt idx="75">
                  <c:v>1955</c:v>
                </c:pt>
                <c:pt idx="76">
                  <c:v>1980</c:v>
                </c:pt>
                <c:pt idx="77">
                  <c:v>2005</c:v>
                </c:pt>
                <c:pt idx="78">
                  <c:v>2030</c:v>
                </c:pt>
                <c:pt idx="79">
                  <c:v>2055</c:v>
                </c:pt>
                <c:pt idx="80">
                  <c:v>2080</c:v>
                </c:pt>
                <c:pt idx="81">
                  <c:v>2105</c:v>
                </c:pt>
                <c:pt idx="82">
                  <c:v>2130</c:v>
                </c:pt>
                <c:pt idx="83">
                  <c:v>2155</c:v>
                </c:pt>
                <c:pt idx="84">
                  <c:v>2180</c:v>
                </c:pt>
                <c:pt idx="85">
                  <c:v>2205</c:v>
                </c:pt>
                <c:pt idx="86">
                  <c:v>2230</c:v>
                </c:pt>
                <c:pt idx="87">
                  <c:v>2255</c:v>
                </c:pt>
                <c:pt idx="88">
                  <c:v>2280</c:v>
                </c:pt>
                <c:pt idx="89">
                  <c:v>2305</c:v>
                </c:pt>
                <c:pt idx="90">
                  <c:v>2330</c:v>
                </c:pt>
                <c:pt idx="91">
                  <c:v>2355</c:v>
                </c:pt>
                <c:pt idx="92">
                  <c:v>2380</c:v>
                </c:pt>
                <c:pt idx="93">
                  <c:v>2405</c:v>
                </c:pt>
                <c:pt idx="94">
                  <c:v>2430</c:v>
                </c:pt>
                <c:pt idx="95">
                  <c:v>2455</c:v>
                </c:pt>
                <c:pt idx="96">
                  <c:v>2480</c:v>
                </c:pt>
                <c:pt idx="97">
                  <c:v>2505</c:v>
                </c:pt>
                <c:pt idx="98">
                  <c:v>2530</c:v>
                </c:pt>
                <c:pt idx="99">
                  <c:v>2555</c:v>
                </c:pt>
                <c:pt idx="100">
                  <c:v>2580</c:v>
                </c:pt>
                <c:pt idx="101">
                  <c:v>2590</c:v>
                </c:pt>
                <c:pt idx="102">
                  <c:v>2605</c:v>
                </c:pt>
                <c:pt idx="103">
                  <c:v>2630</c:v>
                </c:pt>
                <c:pt idx="104">
                  <c:v>2655</c:v>
                </c:pt>
                <c:pt idx="105">
                  <c:v>2680</c:v>
                </c:pt>
                <c:pt idx="106">
                  <c:v>2705</c:v>
                </c:pt>
                <c:pt idx="107">
                  <c:v>2730</c:v>
                </c:pt>
                <c:pt idx="108">
                  <c:v>2755</c:v>
                </c:pt>
                <c:pt idx="109">
                  <c:v>2780</c:v>
                </c:pt>
                <c:pt idx="110">
                  <c:v>2805</c:v>
                </c:pt>
                <c:pt idx="111">
                  <c:v>2830</c:v>
                </c:pt>
                <c:pt idx="112">
                  <c:v>2855</c:v>
                </c:pt>
                <c:pt idx="113">
                  <c:v>2880</c:v>
                </c:pt>
                <c:pt idx="114">
                  <c:v>2885</c:v>
                </c:pt>
                <c:pt idx="115">
                  <c:v>2905</c:v>
                </c:pt>
                <c:pt idx="116">
                  <c:v>2930</c:v>
                </c:pt>
                <c:pt idx="117">
                  <c:v>2955</c:v>
                </c:pt>
                <c:pt idx="118">
                  <c:v>2980</c:v>
                </c:pt>
                <c:pt idx="119">
                  <c:v>3005</c:v>
                </c:pt>
                <c:pt idx="120">
                  <c:v>3030</c:v>
                </c:pt>
                <c:pt idx="121">
                  <c:v>3055</c:v>
                </c:pt>
                <c:pt idx="122">
                  <c:v>3080</c:v>
                </c:pt>
                <c:pt idx="123">
                  <c:v>3105</c:v>
                </c:pt>
                <c:pt idx="124">
                  <c:v>3130</c:v>
                </c:pt>
                <c:pt idx="125">
                  <c:v>3155</c:v>
                </c:pt>
                <c:pt idx="126">
                  <c:v>3180</c:v>
                </c:pt>
                <c:pt idx="127">
                  <c:v>3205</c:v>
                </c:pt>
                <c:pt idx="128">
                  <c:v>3230</c:v>
                </c:pt>
                <c:pt idx="129">
                  <c:v>3255</c:v>
                </c:pt>
                <c:pt idx="130">
                  <c:v>3280</c:v>
                </c:pt>
                <c:pt idx="131">
                  <c:v>3285</c:v>
                </c:pt>
                <c:pt idx="132">
                  <c:v>3305</c:v>
                </c:pt>
                <c:pt idx="133">
                  <c:v>3330</c:v>
                </c:pt>
                <c:pt idx="134">
                  <c:v>3345</c:v>
                </c:pt>
              </c:numCache>
            </c:numRef>
          </c:xVal>
          <c:yVal>
            <c:numRef>
              <c:f>Sheet1!$C$2:$C$136</c:f>
              <c:numCache>
                <c:formatCode>General</c:formatCode>
                <c:ptCount val="135"/>
                <c:pt idx="0">
                  <c:v>3.351</c:v>
                </c:pt>
                <c:pt idx="1">
                  <c:v>3.375</c:v>
                </c:pt>
                <c:pt idx="2">
                  <c:v>3.4</c:v>
                </c:pt>
                <c:pt idx="3">
                  <c:v>3.4239999999999999</c:v>
                </c:pt>
                <c:pt idx="4">
                  <c:v>3.4420000000000002</c:v>
                </c:pt>
                <c:pt idx="5">
                  <c:v>3.4590000000000001</c:v>
                </c:pt>
                <c:pt idx="6">
                  <c:v>3.4729999999999999</c:v>
                </c:pt>
                <c:pt idx="7">
                  <c:v>3.484</c:v>
                </c:pt>
                <c:pt idx="8">
                  <c:v>3.492</c:v>
                </c:pt>
                <c:pt idx="9">
                  <c:v>3.4990000000000001</c:v>
                </c:pt>
                <c:pt idx="10">
                  <c:v>3.5049999999999999</c:v>
                </c:pt>
                <c:pt idx="11">
                  <c:v>3.5070000000000001</c:v>
                </c:pt>
                <c:pt idx="12">
                  <c:v>3.5110000000000001</c:v>
                </c:pt>
                <c:pt idx="13">
                  <c:v>3.5110000000000001</c:v>
                </c:pt>
                <c:pt idx="14">
                  <c:v>3.5110000000000001</c:v>
                </c:pt>
                <c:pt idx="15">
                  <c:v>3.5110000000000001</c:v>
                </c:pt>
                <c:pt idx="16">
                  <c:v>3.5089999999999999</c:v>
                </c:pt>
                <c:pt idx="17">
                  <c:v>3.5059999999999998</c:v>
                </c:pt>
                <c:pt idx="18">
                  <c:v>3.5030000000000001</c:v>
                </c:pt>
                <c:pt idx="19">
                  <c:v>3.5</c:v>
                </c:pt>
                <c:pt idx="20">
                  <c:v>3.496</c:v>
                </c:pt>
                <c:pt idx="21">
                  <c:v>3.4910000000000001</c:v>
                </c:pt>
                <c:pt idx="22">
                  <c:v>3.4870000000000001</c:v>
                </c:pt>
                <c:pt idx="23">
                  <c:v>3.4820000000000002</c:v>
                </c:pt>
                <c:pt idx="24">
                  <c:v>3.4780000000000002</c:v>
                </c:pt>
                <c:pt idx="25">
                  <c:v>3.4710000000000001</c:v>
                </c:pt>
                <c:pt idx="26">
                  <c:v>3.4649999999999999</c:v>
                </c:pt>
                <c:pt idx="27">
                  <c:v>3.4580000000000002</c:v>
                </c:pt>
                <c:pt idx="28">
                  <c:v>3.452</c:v>
                </c:pt>
                <c:pt idx="29">
                  <c:v>3.4449999999999998</c:v>
                </c:pt>
                <c:pt idx="30">
                  <c:v>3.4369999999999998</c:v>
                </c:pt>
                <c:pt idx="31">
                  <c:v>3.43</c:v>
                </c:pt>
                <c:pt idx="32">
                  <c:v>3.423</c:v>
                </c:pt>
                <c:pt idx="33">
                  <c:v>3.415</c:v>
                </c:pt>
                <c:pt idx="34">
                  <c:v>3.4089999999999998</c:v>
                </c:pt>
                <c:pt idx="35">
                  <c:v>3.4009999999999998</c:v>
                </c:pt>
                <c:pt idx="36">
                  <c:v>3.3929999999999998</c:v>
                </c:pt>
                <c:pt idx="37">
                  <c:v>3.3820000000000001</c:v>
                </c:pt>
                <c:pt idx="38">
                  <c:v>3.3769999999999998</c:v>
                </c:pt>
                <c:pt idx="39">
                  <c:v>3.367</c:v>
                </c:pt>
                <c:pt idx="40">
                  <c:v>3.36</c:v>
                </c:pt>
                <c:pt idx="41">
                  <c:v>3.35</c:v>
                </c:pt>
                <c:pt idx="42">
                  <c:v>3.3410000000000002</c:v>
                </c:pt>
                <c:pt idx="43">
                  <c:v>3.3330000000000002</c:v>
                </c:pt>
                <c:pt idx="44">
                  <c:v>3.3250000000000002</c:v>
                </c:pt>
                <c:pt idx="45">
                  <c:v>3.3140000000000001</c:v>
                </c:pt>
                <c:pt idx="46">
                  <c:v>3.306</c:v>
                </c:pt>
                <c:pt idx="47">
                  <c:v>3.2970000000000002</c:v>
                </c:pt>
                <c:pt idx="48">
                  <c:v>3.2879999999999998</c:v>
                </c:pt>
                <c:pt idx="49">
                  <c:v>3.2789999999999999</c:v>
                </c:pt>
                <c:pt idx="50">
                  <c:v>3.2709999999999999</c:v>
                </c:pt>
                <c:pt idx="51">
                  <c:v>3.2610000000000001</c:v>
                </c:pt>
                <c:pt idx="52">
                  <c:v>3.2519999999999998</c:v>
                </c:pt>
                <c:pt idx="53">
                  <c:v>3.2429999999999999</c:v>
                </c:pt>
                <c:pt idx="54">
                  <c:v>3.234</c:v>
                </c:pt>
                <c:pt idx="55">
                  <c:v>3.2250000000000001</c:v>
                </c:pt>
                <c:pt idx="56">
                  <c:v>3.2160000000000002</c:v>
                </c:pt>
                <c:pt idx="57">
                  <c:v>3.2029999999999998</c:v>
                </c:pt>
                <c:pt idx="58">
                  <c:v>3.1970000000000001</c:v>
                </c:pt>
                <c:pt idx="59">
                  <c:v>3.1890000000000001</c:v>
                </c:pt>
                <c:pt idx="60">
                  <c:v>3.181</c:v>
                </c:pt>
                <c:pt idx="61">
                  <c:v>3.1709999999999998</c:v>
                </c:pt>
                <c:pt idx="62">
                  <c:v>3.1619999999999999</c:v>
                </c:pt>
                <c:pt idx="63">
                  <c:v>3.1539999999999999</c:v>
                </c:pt>
                <c:pt idx="64">
                  <c:v>3.145</c:v>
                </c:pt>
                <c:pt idx="65">
                  <c:v>3.1360000000000001</c:v>
                </c:pt>
                <c:pt idx="66">
                  <c:v>3.1280000000000001</c:v>
                </c:pt>
                <c:pt idx="67">
                  <c:v>3.1190000000000002</c:v>
                </c:pt>
                <c:pt idx="68">
                  <c:v>3.109</c:v>
                </c:pt>
                <c:pt idx="69">
                  <c:v>3.101</c:v>
                </c:pt>
                <c:pt idx="70">
                  <c:v>3.0920000000000001</c:v>
                </c:pt>
                <c:pt idx="71">
                  <c:v>3.085</c:v>
                </c:pt>
                <c:pt idx="72">
                  <c:v>3.0750000000000002</c:v>
                </c:pt>
                <c:pt idx="73">
                  <c:v>3.0649999999999999</c:v>
                </c:pt>
                <c:pt idx="74">
                  <c:v>3.0569999999999999</c:v>
                </c:pt>
                <c:pt idx="75">
                  <c:v>3.048</c:v>
                </c:pt>
                <c:pt idx="76">
                  <c:v>3.0390000000000001</c:v>
                </c:pt>
                <c:pt idx="77">
                  <c:v>3.0270000000000001</c:v>
                </c:pt>
                <c:pt idx="78">
                  <c:v>3.0209999999999999</c:v>
                </c:pt>
                <c:pt idx="79">
                  <c:v>3.01</c:v>
                </c:pt>
                <c:pt idx="80">
                  <c:v>3.0030000000000001</c:v>
                </c:pt>
                <c:pt idx="81">
                  <c:v>2.9910000000000001</c:v>
                </c:pt>
                <c:pt idx="82">
                  <c:v>2.9820000000000002</c:v>
                </c:pt>
                <c:pt idx="83">
                  <c:v>2.9710000000000001</c:v>
                </c:pt>
                <c:pt idx="84">
                  <c:v>2.9609999999999999</c:v>
                </c:pt>
                <c:pt idx="85">
                  <c:v>2.952</c:v>
                </c:pt>
                <c:pt idx="86">
                  <c:v>2.9420000000000002</c:v>
                </c:pt>
                <c:pt idx="87">
                  <c:v>2.93</c:v>
                </c:pt>
                <c:pt idx="88">
                  <c:v>2.919</c:v>
                </c:pt>
                <c:pt idx="89">
                  <c:v>2.9089999999999998</c:v>
                </c:pt>
                <c:pt idx="90">
                  <c:v>2.8969999999999998</c:v>
                </c:pt>
                <c:pt idx="91">
                  <c:v>2.8849999999999998</c:v>
                </c:pt>
                <c:pt idx="92">
                  <c:v>2.8740000000000001</c:v>
                </c:pt>
                <c:pt idx="93">
                  <c:v>2.8610000000000002</c:v>
                </c:pt>
                <c:pt idx="94">
                  <c:v>2.8479999999999999</c:v>
                </c:pt>
                <c:pt idx="95">
                  <c:v>2.8359999999999999</c:v>
                </c:pt>
                <c:pt idx="96">
                  <c:v>2.823</c:v>
                </c:pt>
                <c:pt idx="97">
                  <c:v>2.8029999999999999</c:v>
                </c:pt>
                <c:pt idx="98">
                  <c:v>2.7919999999999998</c:v>
                </c:pt>
                <c:pt idx="99">
                  <c:v>2.778</c:v>
                </c:pt>
                <c:pt idx="100">
                  <c:v>2.762</c:v>
                </c:pt>
                <c:pt idx="101">
                  <c:v>2.7559999999999998</c:v>
                </c:pt>
                <c:pt idx="102">
                  <c:v>2.7450000000000001</c:v>
                </c:pt>
                <c:pt idx="103">
                  <c:v>2.7290000000000001</c:v>
                </c:pt>
                <c:pt idx="104">
                  <c:v>2.7120000000000002</c:v>
                </c:pt>
                <c:pt idx="105">
                  <c:v>2.6920000000000002</c:v>
                </c:pt>
                <c:pt idx="106">
                  <c:v>2.673</c:v>
                </c:pt>
                <c:pt idx="107">
                  <c:v>2.6539999999999999</c:v>
                </c:pt>
                <c:pt idx="108">
                  <c:v>2.633</c:v>
                </c:pt>
                <c:pt idx="109">
                  <c:v>2.61</c:v>
                </c:pt>
                <c:pt idx="110">
                  <c:v>2.585</c:v>
                </c:pt>
                <c:pt idx="111">
                  <c:v>2.5579999999999998</c:v>
                </c:pt>
                <c:pt idx="112">
                  <c:v>2.5310000000000001</c:v>
                </c:pt>
                <c:pt idx="113">
                  <c:v>2.5049999999999999</c:v>
                </c:pt>
                <c:pt idx="114">
                  <c:v>2.5030000000000001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AC5-284E-A351-D5D2D9F92E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 °C</c:v>
                </c:pt>
              </c:strCache>
            </c:strRef>
          </c:tx>
          <c:spPr>
            <a:ln w="25400" cap="flat">
              <a:solidFill>
                <a:srgbClr val="AEAEB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Sheet1!$A$2:$A$136</c:f>
              <c:numCache>
                <c:formatCode>General</c:formatCode>
                <c:ptCount val="135"/>
                <c:pt idx="0">
                  <c:v>80</c:v>
                </c:pt>
                <c:pt idx="1">
                  <c:v>105</c:v>
                </c:pt>
                <c:pt idx="2">
                  <c:v>130</c:v>
                </c:pt>
                <c:pt idx="3">
                  <c:v>155</c:v>
                </c:pt>
                <c:pt idx="4">
                  <c:v>180</c:v>
                </c:pt>
                <c:pt idx="5">
                  <c:v>205</c:v>
                </c:pt>
                <c:pt idx="6">
                  <c:v>230</c:v>
                </c:pt>
                <c:pt idx="7">
                  <c:v>255</c:v>
                </c:pt>
                <c:pt idx="8">
                  <c:v>280</c:v>
                </c:pt>
                <c:pt idx="9">
                  <c:v>305</c:v>
                </c:pt>
                <c:pt idx="10">
                  <c:v>330</c:v>
                </c:pt>
                <c:pt idx="11">
                  <c:v>355</c:v>
                </c:pt>
                <c:pt idx="12">
                  <c:v>380</c:v>
                </c:pt>
                <c:pt idx="13">
                  <c:v>405</c:v>
                </c:pt>
                <c:pt idx="14">
                  <c:v>430</c:v>
                </c:pt>
                <c:pt idx="15">
                  <c:v>455</c:v>
                </c:pt>
                <c:pt idx="16">
                  <c:v>480</c:v>
                </c:pt>
                <c:pt idx="17">
                  <c:v>505</c:v>
                </c:pt>
                <c:pt idx="18">
                  <c:v>530</c:v>
                </c:pt>
                <c:pt idx="19">
                  <c:v>555</c:v>
                </c:pt>
                <c:pt idx="20">
                  <c:v>580</c:v>
                </c:pt>
                <c:pt idx="21">
                  <c:v>605</c:v>
                </c:pt>
                <c:pt idx="22">
                  <c:v>630</c:v>
                </c:pt>
                <c:pt idx="23">
                  <c:v>655</c:v>
                </c:pt>
                <c:pt idx="24">
                  <c:v>680</c:v>
                </c:pt>
                <c:pt idx="25">
                  <c:v>705</c:v>
                </c:pt>
                <c:pt idx="26">
                  <c:v>730</c:v>
                </c:pt>
                <c:pt idx="27">
                  <c:v>755</c:v>
                </c:pt>
                <c:pt idx="28">
                  <c:v>780</c:v>
                </c:pt>
                <c:pt idx="29">
                  <c:v>805</c:v>
                </c:pt>
                <c:pt idx="30">
                  <c:v>830</c:v>
                </c:pt>
                <c:pt idx="31">
                  <c:v>855</c:v>
                </c:pt>
                <c:pt idx="32">
                  <c:v>880</c:v>
                </c:pt>
                <c:pt idx="33">
                  <c:v>905</c:v>
                </c:pt>
                <c:pt idx="34">
                  <c:v>930</c:v>
                </c:pt>
                <c:pt idx="35">
                  <c:v>955</c:v>
                </c:pt>
                <c:pt idx="36">
                  <c:v>980</c:v>
                </c:pt>
                <c:pt idx="37">
                  <c:v>1005</c:v>
                </c:pt>
                <c:pt idx="38">
                  <c:v>1030</c:v>
                </c:pt>
                <c:pt idx="39">
                  <c:v>1055</c:v>
                </c:pt>
                <c:pt idx="40">
                  <c:v>1080</c:v>
                </c:pt>
                <c:pt idx="41">
                  <c:v>1105</c:v>
                </c:pt>
                <c:pt idx="42">
                  <c:v>1130</c:v>
                </c:pt>
                <c:pt idx="43">
                  <c:v>1155</c:v>
                </c:pt>
                <c:pt idx="44">
                  <c:v>1180</c:v>
                </c:pt>
                <c:pt idx="45">
                  <c:v>1205</c:v>
                </c:pt>
                <c:pt idx="46">
                  <c:v>1230</c:v>
                </c:pt>
                <c:pt idx="47">
                  <c:v>1255</c:v>
                </c:pt>
                <c:pt idx="48">
                  <c:v>1280</c:v>
                </c:pt>
                <c:pt idx="49">
                  <c:v>1305</c:v>
                </c:pt>
                <c:pt idx="50">
                  <c:v>1330</c:v>
                </c:pt>
                <c:pt idx="51">
                  <c:v>1355</c:v>
                </c:pt>
                <c:pt idx="52">
                  <c:v>1380</c:v>
                </c:pt>
                <c:pt idx="53">
                  <c:v>1405</c:v>
                </c:pt>
                <c:pt idx="54">
                  <c:v>1430</c:v>
                </c:pt>
                <c:pt idx="55">
                  <c:v>1455</c:v>
                </c:pt>
                <c:pt idx="56">
                  <c:v>1480</c:v>
                </c:pt>
                <c:pt idx="57">
                  <c:v>1505</c:v>
                </c:pt>
                <c:pt idx="58">
                  <c:v>1530</c:v>
                </c:pt>
                <c:pt idx="59">
                  <c:v>1555</c:v>
                </c:pt>
                <c:pt idx="60">
                  <c:v>1580</c:v>
                </c:pt>
                <c:pt idx="61">
                  <c:v>1605</c:v>
                </c:pt>
                <c:pt idx="62">
                  <c:v>1630</c:v>
                </c:pt>
                <c:pt idx="63">
                  <c:v>1655</c:v>
                </c:pt>
                <c:pt idx="64">
                  <c:v>1680</c:v>
                </c:pt>
                <c:pt idx="65">
                  <c:v>1705</c:v>
                </c:pt>
                <c:pt idx="66">
                  <c:v>1730</c:v>
                </c:pt>
                <c:pt idx="67">
                  <c:v>1755</c:v>
                </c:pt>
                <c:pt idx="68">
                  <c:v>1780</c:v>
                </c:pt>
                <c:pt idx="69">
                  <c:v>1805</c:v>
                </c:pt>
                <c:pt idx="70">
                  <c:v>1830</c:v>
                </c:pt>
                <c:pt idx="71">
                  <c:v>1855</c:v>
                </c:pt>
                <c:pt idx="72">
                  <c:v>1880</c:v>
                </c:pt>
                <c:pt idx="73">
                  <c:v>1905</c:v>
                </c:pt>
                <c:pt idx="74">
                  <c:v>1930</c:v>
                </c:pt>
                <c:pt idx="75">
                  <c:v>1955</c:v>
                </c:pt>
                <c:pt idx="76">
                  <c:v>1980</c:v>
                </c:pt>
                <c:pt idx="77">
                  <c:v>2005</c:v>
                </c:pt>
                <c:pt idx="78">
                  <c:v>2030</c:v>
                </c:pt>
                <c:pt idx="79">
                  <c:v>2055</c:v>
                </c:pt>
                <c:pt idx="80">
                  <c:v>2080</c:v>
                </c:pt>
                <c:pt idx="81">
                  <c:v>2105</c:v>
                </c:pt>
                <c:pt idx="82">
                  <c:v>2130</c:v>
                </c:pt>
                <c:pt idx="83">
                  <c:v>2155</c:v>
                </c:pt>
                <c:pt idx="84">
                  <c:v>2180</c:v>
                </c:pt>
                <c:pt idx="85">
                  <c:v>2205</c:v>
                </c:pt>
                <c:pt idx="86">
                  <c:v>2230</c:v>
                </c:pt>
                <c:pt idx="87">
                  <c:v>2255</c:v>
                </c:pt>
                <c:pt idx="88">
                  <c:v>2280</c:v>
                </c:pt>
                <c:pt idx="89">
                  <c:v>2305</c:v>
                </c:pt>
                <c:pt idx="90">
                  <c:v>2330</c:v>
                </c:pt>
                <c:pt idx="91">
                  <c:v>2355</c:v>
                </c:pt>
                <c:pt idx="92">
                  <c:v>2380</c:v>
                </c:pt>
                <c:pt idx="93">
                  <c:v>2405</c:v>
                </c:pt>
                <c:pt idx="94">
                  <c:v>2430</c:v>
                </c:pt>
                <c:pt idx="95">
                  <c:v>2455</c:v>
                </c:pt>
                <c:pt idx="96">
                  <c:v>2480</c:v>
                </c:pt>
                <c:pt idx="97">
                  <c:v>2505</c:v>
                </c:pt>
                <c:pt idx="98">
                  <c:v>2530</c:v>
                </c:pt>
                <c:pt idx="99">
                  <c:v>2555</c:v>
                </c:pt>
                <c:pt idx="100">
                  <c:v>2580</c:v>
                </c:pt>
                <c:pt idx="101">
                  <c:v>2590</c:v>
                </c:pt>
                <c:pt idx="102">
                  <c:v>2605</c:v>
                </c:pt>
                <c:pt idx="103">
                  <c:v>2630</c:v>
                </c:pt>
                <c:pt idx="104">
                  <c:v>2655</c:v>
                </c:pt>
                <c:pt idx="105">
                  <c:v>2680</c:v>
                </c:pt>
                <c:pt idx="106">
                  <c:v>2705</c:v>
                </c:pt>
                <c:pt idx="107">
                  <c:v>2730</c:v>
                </c:pt>
                <c:pt idx="108">
                  <c:v>2755</c:v>
                </c:pt>
                <c:pt idx="109">
                  <c:v>2780</c:v>
                </c:pt>
                <c:pt idx="110">
                  <c:v>2805</c:v>
                </c:pt>
                <c:pt idx="111">
                  <c:v>2830</c:v>
                </c:pt>
                <c:pt idx="112">
                  <c:v>2855</c:v>
                </c:pt>
                <c:pt idx="113">
                  <c:v>2880</c:v>
                </c:pt>
                <c:pt idx="114">
                  <c:v>2885</c:v>
                </c:pt>
                <c:pt idx="115">
                  <c:v>2905</c:v>
                </c:pt>
                <c:pt idx="116">
                  <c:v>2930</c:v>
                </c:pt>
                <c:pt idx="117">
                  <c:v>2955</c:v>
                </c:pt>
                <c:pt idx="118">
                  <c:v>2980</c:v>
                </c:pt>
                <c:pt idx="119">
                  <c:v>3005</c:v>
                </c:pt>
                <c:pt idx="120">
                  <c:v>3030</c:v>
                </c:pt>
                <c:pt idx="121">
                  <c:v>3055</c:v>
                </c:pt>
                <c:pt idx="122">
                  <c:v>3080</c:v>
                </c:pt>
                <c:pt idx="123">
                  <c:v>3105</c:v>
                </c:pt>
                <c:pt idx="124">
                  <c:v>3130</c:v>
                </c:pt>
                <c:pt idx="125">
                  <c:v>3155</c:v>
                </c:pt>
                <c:pt idx="126">
                  <c:v>3180</c:v>
                </c:pt>
                <c:pt idx="127">
                  <c:v>3205</c:v>
                </c:pt>
                <c:pt idx="128">
                  <c:v>3230</c:v>
                </c:pt>
                <c:pt idx="129">
                  <c:v>3255</c:v>
                </c:pt>
                <c:pt idx="130">
                  <c:v>3280</c:v>
                </c:pt>
                <c:pt idx="131">
                  <c:v>3285</c:v>
                </c:pt>
                <c:pt idx="132">
                  <c:v>3305</c:v>
                </c:pt>
                <c:pt idx="133">
                  <c:v>3330</c:v>
                </c:pt>
                <c:pt idx="134">
                  <c:v>3345</c:v>
                </c:pt>
              </c:numCache>
            </c:numRef>
          </c:xVal>
          <c:yVal>
            <c:numRef>
              <c:f>Sheet1!$D$2:$D$136</c:f>
              <c:numCache>
                <c:formatCode>General</c:formatCode>
                <c:ptCount val="135"/>
                <c:pt idx="0">
                  <c:v>3.581</c:v>
                </c:pt>
                <c:pt idx="1">
                  <c:v>3.589</c:v>
                </c:pt>
                <c:pt idx="2">
                  <c:v>3.597</c:v>
                </c:pt>
                <c:pt idx="3">
                  <c:v>3.605</c:v>
                </c:pt>
                <c:pt idx="4">
                  <c:v>3.61</c:v>
                </c:pt>
                <c:pt idx="5">
                  <c:v>3.617</c:v>
                </c:pt>
                <c:pt idx="6">
                  <c:v>3.621</c:v>
                </c:pt>
                <c:pt idx="7">
                  <c:v>3.625</c:v>
                </c:pt>
                <c:pt idx="8">
                  <c:v>3.6259999999999999</c:v>
                </c:pt>
                <c:pt idx="9">
                  <c:v>3.6269999999999998</c:v>
                </c:pt>
                <c:pt idx="10">
                  <c:v>3.6269999999999998</c:v>
                </c:pt>
                <c:pt idx="11">
                  <c:v>3.6259999999999999</c:v>
                </c:pt>
                <c:pt idx="12">
                  <c:v>3.6230000000000002</c:v>
                </c:pt>
                <c:pt idx="13">
                  <c:v>3.6219999999999999</c:v>
                </c:pt>
                <c:pt idx="14">
                  <c:v>3.6190000000000002</c:v>
                </c:pt>
                <c:pt idx="15">
                  <c:v>3.6150000000000002</c:v>
                </c:pt>
                <c:pt idx="16">
                  <c:v>3.61</c:v>
                </c:pt>
                <c:pt idx="17">
                  <c:v>3.6040000000000001</c:v>
                </c:pt>
                <c:pt idx="18">
                  <c:v>3.601</c:v>
                </c:pt>
                <c:pt idx="19">
                  <c:v>3.5950000000000002</c:v>
                </c:pt>
                <c:pt idx="20">
                  <c:v>3.59</c:v>
                </c:pt>
                <c:pt idx="21">
                  <c:v>3.5830000000000002</c:v>
                </c:pt>
                <c:pt idx="22">
                  <c:v>3.5779999999999998</c:v>
                </c:pt>
                <c:pt idx="23">
                  <c:v>3.5720000000000001</c:v>
                </c:pt>
                <c:pt idx="24">
                  <c:v>3.5649999999999999</c:v>
                </c:pt>
                <c:pt idx="25">
                  <c:v>3.5590000000000002</c:v>
                </c:pt>
                <c:pt idx="26">
                  <c:v>3.5529999999999999</c:v>
                </c:pt>
                <c:pt idx="27">
                  <c:v>3.5459999999999998</c:v>
                </c:pt>
                <c:pt idx="28">
                  <c:v>3.5379999999999998</c:v>
                </c:pt>
                <c:pt idx="29">
                  <c:v>3.5310000000000001</c:v>
                </c:pt>
                <c:pt idx="30">
                  <c:v>3.5259999999999998</c:v>
                </c:pt>
                <c:pt idx="31">
                  <c:v>3.5190000000000001</c:v>
                </c:pt>
                <c:pt idx="32">
                  <c:v>3.512</c:v>
                </c:pt>
                <c:pt idx="33">
                  <c:v>3.5049999999999999</c:v>
                </c:pt>
                <c:pt idx="34">
                  <c:v>3.4969999999999999</c:v>
                </c:pt>
                <c:pt idx="35">
                  <c:v>3.488</c:v>
                </c:pt>
                <c:pt idx="36">
                  <c:v>3.4820000000000002</c:v>
                </c:pt>
                <c:pt idx="37">
                  <c:v>3.4710000000000001</c:v>
                </c:pt>
                <c:pt idx="38">
                  <c:v>3.4660000000000002</c:v>
                </c:pt>
                <c:pt idx="39">
                  <c:v>3.4580000000000002</c:v>
                </c:pt>
                <c:pt idx="40">
                  <c:v>3.452</c:v>
                </c:pt>
                <c:pt idx="41">
                  <c:v>3.4420000000000002</c:v>
                </c:pt>
                <c:pt idx="42">
                  <c:v>3.4340000000000002</c:v>
                </c:pt>
                <c:pt idx="43">
                  <c:v>3.427</c:v>
                </c:pt>
                <c:pt idx="44">
                  <c:v>3.4169999999999998</c:v>
                </c:pt>
                <c:pt idx="45">
                  <c:v>3.4089999999999998</c:v>
                </c:pt>
                <c:pt idx="46">
                  <c:v>3.4009999999999998</c:v>
                </c:pt>
                <c:pt idx="47">
                  <c:v>3.3929999999999998</c:v>
                </c:pt>
                <c:pt idx="48">
                  <c:v>3.3839999999999999</c:v>
                </c:pt>
                <c:pt idx="49">
                  <c:v>3.375</c:v>
                </c:pt>
                <c:pt idx="50">
                  <c:v>3.367</c:v>
                </c:pt>
                <c:pt idx="51">
                  <c:v>3.3580000000000001</c:v>
                </c:pt>
                <c:pt idx="52">
                  <c:v>3.3490000000000002</c:v>
                </c:pt>
                <c:pt idx="53">
                  <c:v>3.3410000000000002</c:v>
                </c:pt>
                <c:pt idx="54">
                  <c:v>3.3319999999999999</c:v>
                </c:pt>
                <c:pt idx="55">
                  <c:v>3.3239999999999998</c:v>
                </c:pt>
                <c:pt idx="56">
                  <c:v>3.3159999999999998</c:v>
                </c:pt>
                <c:pt idx="57">
                  <c:v>3.3050000000000002</c:v>
                </c:pt>
                <c:pt idx="58">
                  <c:v>3.2989999999999999</c:v>
                </c:pt>
                <c:pt idx="59">
                  <c:v>3.2919999999999998</c:v>
                </c:pt>
                <c:pt idx="60">
                  <c:v>3.2829999999999999</c:v>
                </c:pt>
                <c:pt idx="61">
                  <c:v>3.274</c:v>
                </c:pt>
                <c:pt idx="62">
                  <c:v>3.2679999999999998</c:v>
                </c:pt>
                <c:pt idx="63">
                  <c:v>3.258</c:v>
                </c:pt>
                <c:pt idx="64">
                  <c:v>3.2519999999999998</c:v>
                </c:pt>
                <c:pt idx="65">
                  <c:v>3.2429999999999999</c:v>
                </c:pt>
                <c:pt idx="66">
                  <c:v>3.2360000000000002</c:v>
                </c:pt>
                <c:pt idx="67">
                  <c:v>3.2280000000000002</c:v>
                </c:pt>
                <c:pt idx="68">
                  <c:v>3.2210000000000001</c:v>
                </c:pt>
                <c:pt idx="69">
                  <c:v>3.2149999999999999</c:v>
                </c:pt>
                <c:pt idx="70">
                  <c:v>3.2050000000000001</c:v>
                </c:pt>
                <c:pt idx="71">
                  <c:v>3.1989999999999998</c:v>
                </c:pt>
                <c:pt idx="72">
                  <c:v>3.19</c:v>
                </c:pt>
                <c:pt idx="73">
                  <c:v>3.1829999999999998</c:v>
                </c:pt>
                <c:pt idx="74">
                  <c:v>3.1749999999999998</c:v>
                </c:pt>
                <c:pt idx="75">
                  <c:v>3.1680000000000001</c:v>
                </c:pt>
                <c:pt idx="76">
                  <c:v>3.161</c:v>
                </c:pt>
                <c:pt idx="77">
                  <c:v>3.1509999999999998</c:v>
                </c:pt>
                <c:pt idx="78">
                  <c:v>3.1459999999999999</c:v>
                </c:pt>
                <c:pt idx="79">
                  <c:v>3.137</c:v>
                </c:pt>
                <c:pt idx="80">
                  <c:v>3.129</c:v>
                </c:pt>
                <c:pt idx="81">
                  <c:v>3.1219999999999999</c:v>
                </c:pt>
                <c:pt idx="82">
                  <c:v>3.1139999999999999</c:v>
                </c:pt>
                <c:pt idx="83">
                  <c:v>3.105</c:v>
                </c:pt>
                <c:pt idx="84">
                  <c:v>3.0979999999999999</c:v>
                </c:pt>
                <c:pt idx="85">
                  <c:v>3.0880000000000001</c:v>
                </c:pt>
                <c:pt idx="86">
                  <c:v>3.08</c:v>
                </c:pt>
                <c:pt idx="87">
                  <c:v>3.0710000000000002</c:v>
                </c:pt>
                <c:pt idx="88">
                  <c:v>3.0619999999999998</c:v>
                </c:pt>
                <c:pt idx="89">
                  <c:v>3.052</c:v>
                </c:pt>
                <c:pt idx="90">
                  <c:v>3.0430000000000001</c:v>
                </c:pt>
                <c:pt idx="91">
                  <c:v>3.032</c:v>
                </c:pt>
                <c:pt idx="92">
                  <c:v>3.0230000000000001</c:v>
                </c:pt>
                <c:pt idx="93">
                  <c:v>3.012</c:v>
                </c:pt>
                <c:pt idx="94">
                  <c:v>3.0009999999999999</c:v>
                </c:pt>
                <c:pt idx="95">
                  <c:v>2.99</c:v>
                </c:pt>
                <c:pt idx="96">
                  <c:v>2.98</c:v>
                </c:pt>
                <c:pt idx="97">
                  <c:v>2.9630000000000001</c:v>
                </c:pt>
                <c:pt idx="98">
                  <c:v>2.9540000000000002</c:v>
                </c:pt>
                <c:pt idx="99">
                  <c:v>2.9420000000000002</c:v>
                </c:pt>
                <c:pt idx="100">
                  <c:v>2.9289999999999998</c:v>
                </c:pt>
                <c:pt idx="101">
                  <c:v>2.9220000000000002</c:v>
                </c:pt>
                <c:pt idx="102">
                  <c:v>2.9129999999999998</c:v>
                </c:pt>
                <c:pt idx="103">
                  <c:v>2.8980000000000001</c:v>
                </c:pt>
                <c:pt idx="104">
                  <c:v>2.8820000000000001</c:v>
                </c:pt>
                <c:pt idx="105">
                  <c:v>2.8660000000000001</c:v>
                </c:pt>
                <c:pt idx="106">
                  <c:v>2.8460000000000001</c:v>
                </c:pt>
                <c:pt idx="107">
                  <c:v>2.8290000000000002</c:v>
                </c:pt>
                <c:pt idx="108">
                  <c:v>2.8079999999999998</c:v>
                </c:pt>
                <c:pt idx="109">
                  <c:v>2.7850000000000001</c:v>
                </c:pt>
                <c:pt idx="110">
                  <c:v>2.7610000000000001</c:v>
                </c:pt>
                <c:pt idx="111">
                  <c:v>2.7370000000000001</c:v>
                </c:pt>
                <c:pt idx="112">
                  <c:v>2.7090000000000001</c:v>
                </c:pt>
                <c:pt idx="113">
                  <c:v>2.68</c:v>
                </c:pt>
                <c:pt idx="114">
                  <c:v>2.6739999999999999</c:v>
                </c:pt>
                <c:pt idx="115">
                  <c:v>2.65</c:v>
                </c:pt>
                <c:pt idx="116">
                  <c:v>2.6150000000000002</c:v>
                </c:pt>
                <c:pt idx="117">
                  <c:v>2.5790000000000002</c:v>
                </c:pt>
                <c:pt idx="118">
                  <c:v>2.5409999999999999</c:v>
                </c:pt>
                <c:pt idx="119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AC5-284E-A351-D5D2D9F92E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 °C</c:v>
                </c:pt>
              </c:strCache>
            </c:strRef>
          </c:tx>
          <c:spPr>
            <a:ln w="25400" cap="flat">
              <a:solidFill>
                <a:srgbClr val="FF9F0A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Sheet1!$A$2:$A$136</c:f>
              <c:numCache>
                <c:formatCode>General</c:formatCode>
                <c:ptCount val="135"/>
                <c:pt idx="0">
                  <c:v>80</c:v>
                </c:pt>
                <c:pt idx="1">
                  <c:v>105</c:v>
                </c:pt>
                <c:pt idx="2">
                  <c:v>130</c:v>
                </c:pt>
                <c:pt idx="3">
                  <c:v>155</c:v>
                </c:pt>
                <c:pt idx="4">
                  <c:v>180</c:v>
                </c:pt>
                <c:pt idx="5">
                  <c:v>205</c:v>
                </c:pt>
                <c:pt idx="6">
                  <c:v>230</c:v>
                </c:pt>
                <c:pt idx="7">
                  <c:v>255</c:v>
                </c:pt>
                <c:pt idx="8">
                  <c:v>280</c:v>
                </c:pt>
                <c:pt idx="9">
                  <c:v>305</c:v>
                </c:pt>
                <c:pt idx="10">
                  <c:v>330</c:v>
                </c:pt>
                <c:pt idx="11">
                  <c:v>355</c:v>
                </c:pt>
                <c:pt idx="12">
                  <c:v>380</c:v>
                </c:pt>
                <c:pt idx="13">
                  <c:v>405</c:v>
                </c:pt>
                <c:pt idx="14">
                  <c:v>430</c:v>
                </c:pt>
                <c:pt idx="15">
                  <c:v>455</c:v>
                </c:pt>
                <c:pt idx="16">
                  <c:v>480</c:v>
                </c:pt>
                <c:pt idx="17">
                  <c:v>505</c:v>
                </c:pt>
                <c:pt idx="18">
                  <c:v>530</c:v>
                </c:pt>
                <c:pt idx="19">
                  <c:v>555</c:v>
                </c:pt>
                <c:pt idx="20">
                  <c:v>580</c:v>
                </c:pt>
                <c:pt idx="21">
                  <c:v>605</c:v>
                </c:pt>
                <c:pt idx="22">
                  <c:v>630</c:v>
                </c:pt>
                <c:pt idx="23">
                  <c:v>655</c:v>
                </c:pt>
                <c:pt idx="24">
                  <c:v>680</c:v>
                </c:pt>
                <c:pt idx="25">
                  <c:v>705</c:v>
                </c:pt>
                <c:pt idx="26">
                  <c:v>730</c:v>
                </c:pt>
                <c:pt idx="27">
                  <c:v>755</c:v>
                </c:pt>
                <c:pt idx="28">
                  <c:v>780</c:v>
                </c:pt>
                <c:pt idx="29">
                  <c:v>805</c:v>
                </c:pt>
                <c:pt idx="30">
                  <c:v>830</c:v>
                </c:pt>
                <c:pt idx="31">
                  <c:v>855</c:v>
                </c:pt>
                <c:pt idx="32">
                  <c:v>880</c:v>
                </c:pt>
                <c:pt idx="33">
                  <c:v>905</c:v>
                </c:pt>
                <c:pt idx="34">
                  <c:v>930</c:v>
                </c:pt>
                <c:pt idx="35">
                  <c:v>955</c:v>
                </c:pt>
                <c:pt idx="36">
                  <c:v>980</c:v>
                </c:pt>
                <c:pt idx="37">
                  <c:v>1005</c:v>
                </c:pt>
                <c:pt idx="38">
                  <c:v>1030</c:v>
                </c:pt>
                <c:pt idx="39">
                  <c:v>1055</c:v>
                </c:pt>
                <c:pt idx="40">
                  <c:v>1080</c:v>
                </c:pt>
                <c:pt idx="41">
                  <c:v>1105</c:v>
                </c:pt>
                <c:pt idx="42">
                  <c:v>1130</c:v>
                </c:pt>
                <c:pt idx="43">
                  <c:v>1155</c:v>
                </c:pt>
                <c:pt idx="44">
                  <c:v>1180</c:v>
                </c:pt>
                <c:pt idx="45">
                  <c:v>1205</c:v>
                </c:pt>
                <c:pt idx="46">
                  <c:v>1230</c:v>
                </c:pt>
                <c:pt idx="47">
                  <c:v>1255</c:v>
                </c:pt>
                <c:pt idx="48">
                  <c:v>1280</c:v>
                </c:pt>
                <c:pt idx="49">
                  <c:v>1305</c:v>
                </c:pt>
                <c:pt idx="50">
                  <c:v>1330</c:v>
                </c:pt>
                <c:pt idx="51">
                  <c:v>1355</c:v>
                </c:pt>
                <c:pt idx="52">
                  <c:v>1380</c:v>
                </c:pt>
                <c:pt idx="53">
                  <c:v>1405</c:v>
                </c:pt>
                <c:pt idx="54">
                  <c:v>1430</c:v>
                </c:pt>
                <c:pt idx="55">
                  <c:v>1455</c:v>
                </c:pt>
                <c:pt idx="56">
                  <c:v>1480</c:v>
                </c:pt>
                <c:pt idx="57">
                  <c:v>1505</c:v>
                </c:pt>
                <c:pt idx="58">
                  <c:v>1530</c:v>
                </c:pt>
                <c:pt idx="59">
                  <c:v>1555</c:v>
                </c:pt>
                <c:pt idx="60">
                  <c:v>1580</c:v>
                </c:pt>
                <c:pt idx="61">
                  <c:v>1605</c:v>
                </c:pt>
                <c:pt idx="62">
                  <c:v>1630</c:v>
                </c:pt>
                <c:pt idx="63">
                  <c:v>1655</c:v>
                </c:pt>
                <c:pt idx="64">
                  <c:v>1680</c:v>
                </c:pt>
                <c:pt idx="65">
                  <c:v>1705</c:v>
                </c:pt>
                <c:pt idx="66">
                  <c:v>1730</c:v>
                </c:pt>
                <c:pt idx="67">
                  <c:v>1755</c:v>
                </c:pt>
                <c:pt idx="68">
                  <c:v>1780</c:v>
                </c:pt>
                <c:pt idx="69">
                  <c:v>1805</c:v>
                </c:pt>
                <c:pt idx="70">
                  <c:v>1830</c:v>
                </c:pt>
                <c:pt idx="71">
                  <c:v>1855</c:v>
                </c:pt>
                <c:pt idx="72">
                  <c:v>1880</c:v>
                </c:pt>
                <c:pt idx="73">
                  <c:v>1905</c:v>
                </c:pt>
                <c:pt idx="74">
                  <c:v>1930</c:v>
                </c:pt>
                <c:pt idx="75">
                  <c:v>1955</c:v>
                </c:pt>
                <c:pt idx="76">
                  <c:v>1980</c:v>
                </c:pt>
                <c:pt idx="77">
                  <c:v>2005</c:v>
                </c:pt>
                <c:pt idx="78">
                  <c:v>2030</c:v>
                </c:pt>
                <c:pt idx="79">
                  <c:v>2055</c:v>
                </c:pt>
                <c:pt idx="80">
                  <c:v>2080</c:v>
                </c:pt>
                <c:pt idx="81">
                  <c:v>2105</c:v>
                </c:pt>
                <c:pt idx="82">
                  <c:v>2130</c:v>
                </c:pt>
                <c:pt idx="83">
                  <c:v>2155</c:v>
                </c:pt>
                <c:pt idx="84">
                  <c:v>2180</c:v>
                </c:pt>
                <c:pt idx="85">
                  <c:v>2205</c:v>
                </c:pt>
                <c:pt idx="86">
                  <c:v>2230</c:v>
                </c:pt>
                <c:pt idx="87">
                  <c:v>2255</c:v>
                </c:pt>
                <c:pt idx="88">
                  <c:v>2280</c:v>
                </c:pt>
                <c:pt idx="89">
                  <c:v>2305</c:v>
                </c:pt>
                <c:pt idx="90">
                  <c:v>2330</c:v>
                </c:pt>
                <c:pt idx="91">
                  <c:v>2355</c:v>
                </c:pt>
                <c:pt idx="92">
                  <c:v>2380</c:v>
                </c:pt>
                <c:pt idx="93">
                  <c:v>2405</c:v>
                </c:pt>
                <c:pt idx="94">
                  <c:v>2430</c:v>
                </c:pt>
                <c:pt idx="95">
                  <c:v>2455</c:v>
                </c:pt>
                <c:pt idx="96">
                  <c:v>2480</c:v>
                </c:pt>
                <c:pt idx="97">
                  <c:v>2505</c:v>
                </c:pt>
                <c:pt idx="98">
                  <c:v>2530</c:v>
                </c:pt>
                <c:pt idx="99">
                  <c:v>2555</c:v>
                </c:pt>
                <c:pt idx="100">
                  <c:v>2580</c:v>
                </c:pt>
                <c:pt idx="101">
                  <c:v>2590</c:v>
                </c:pt>
                <c:pt idx="102">
                  <c:v>2605</c:v>
                </c:pt>
                <c:pt idx="103">
                  <c:v>2630</c:v>
                </c:pt>
                <c:pt idx="104">
                  <c:v>2655</c:v>
                </c:pt>
                <c:pt idx="105">
                  <c:v>2680</c:v>
                </c:pt>
                <c:pt idx="106">
                  <c:v>2705</c:v>
                </c:pt>
                <c:pt idx="107">
                  <c:v>2730</c:v>
                </c:pt>
                <c:pt idx="108">
                  <c:v>2755</c:v>
                </c:pt>
                <c:pt idx="109">
                  <c:v>2780</c:v>
                </c:pt>
                <c:pt idx="110">
                  <c:v>2805</c:v>
                </c:pt>
                <c:pt idx="111">
                  <c:v>2830</c:v>
                </c:pt>
                <c:pt idx="112">
                  <c:v>2855</c:v>
                </c:pt>
                <c:pt idx="113">
                  <c:v>2880</c:v>
                </c:pt>
                <c:pt idx="114">
                  <c:v>2885</c:v>
                </c:pt>
                <c:pt idx="115">
                  <c:v>2905</c:v>
                </c:pt>
                <c:pt idx="116">
                  <c:v>2930</c:v>
                </c:pt>
                <c:pt idx="117">
                  <c:v>2955</c:v>
                </c:pt>
                <c:pt idx="118">
                  <c:v>2980</c:v>
                </c:pt>
                <c:pt idx="119">
                  <c:v>3005</c:v>
                </c:pt>
                <c:pt idx="120">
                  <c:v>3030</c:v>
                </c:pt>
                <c:pt idx="121">
                  <c:v>3055</c:v>
                </c:pt>
                <c:pt idx="122">
                  <c:v>3080</c:v>
                </c:pt>
                <c:pt idx="123">
                  <c:v>3105</c:v>
                </c:pt>
                <c:pt idx="124">
                  <c:v>3130</c:v>
                </c:pt>
                <c:pt idx="125">
                  <c:v>3155</c:v>
                </c:pt>
                <c:pt idx="126">
                  <c:v>3180</c:v>
                </c:pt>
                <c:pt idx="127">
                  <c:v>3205</c:v>
                </c:pt>
                <c:pt idx="128">
                  <c:v>3230</c:v>
                </c:pt>
                <c:pt idx="129">
                  <c:v>3255</c:v>
                </c:pt>
                <c:pt idx="130">
                  <c:v>3280</c:v>
                </c:pt>
                <c:pt idx="131">
                  <c:v>3285</c:v>
                </c:pt>
                <c:pt idx="132">
                  <c:v>3305</c:v>
                </c:pt>
                <c:pt idx="133">
                  <c:v>3330</c:v>
                </c:pt>
                <c:pt idx="134">
                  <c:v>3345</c:v>
                </c:pt>
              </c:numCache>
            </c:numRef>
          </c:xVal>
          <c:yVal>
            <c:numRef>
              <c:f>Sheet1!$E$2:$E$136</c:f>
              <c:numCache>
                <c:formatCode>General</c:formatCode>
                <c:ptCount val="135"/>
                <c:pt idx="0">
                  <c:v>3.8780000000000001</c:v>
                </c:pt>
                <c:pt idx="1">
                  <c:v>3.87</c:v>
                </c:pt>
                <c:pt idx="2">
                  <c:v>3.8610000000000002</c:v>
                </c:pt>
                <c:pt idx="3">
                  <c:v>3.8540000000000001</c:v>
                </c:pt>
                <c:pt idx="4">
                  <c:v>3.8490000000000002</c:v>
                </c:pt>
                <c:pt idx="5">
                  <c:v>3.8410000000000002</c:v>
                </c:pt>
                <c:pt idx="6">
                  <c:v>3.835</c:v>
                </c:pt>
                <c:pt idx="7">
                  <c:v>3.8290000000000002</c:v>
                </c:pt>
                <c:pt idx="8">
                  <c:v>3.823</c:v>
                </c:pt>
                <c:pt idx="9">
                  <c:v>3.8159999999999998</c:v>
                </c:pt>
                <c:pt idx="10">
                  <c:v>3.8069999999999999</c:v>
                </c:pt>
                <c:pt idx="11">
                  <c:v>3.8010000000000002</c:v>
                </c:pt>
                <c:pt idx="12">
                  <c:v>3.7930000000000001</c:v>
                </c:pt>
                <c:pt idx="13">
                  <c:v>3.7839999999999998</c:v>
                </c:pt>
                <c:pt idx="14">
                  <c:v>3.7759999999999998</c:v>
                </c:pt>
                <c:pt idx="15">
                  <c:v>3.7669999999999999</c:v>
                </c:pt>
                <c:pt idx="16">
                  <c:v>3.758</c:v>
                </c:pt>
                <c:pt idx="17">
                  <c:v>3.7469999999999999</c:v>
                </c:pt>
                <c:pt idx="18">
                  <c:v>3.742</c:v>
                </c:pt>
                <c:pt idx="19">
                  <c:v>3.7330000000000001</c:v>
                </c:pt>
                <c:pt idx="20">
                  <c:v>3.7250000000000001</c:v>
                </c:pt>
                <c:pt idx="21">
                  <c:v>3.7149999999999999</c:v>
                </c:pt>
                <c:pt idx="22">
                  <c:v>3.7080000000000002</c:v>
                </c:pt>
                <c:pt idx="23">
                  <c:v>3.7</c:v>
                </c:pt>
                <c:pt idx="24">
                  <c:v>3.6909999999999998</c:v>
                </c:pt>
                <c:pt idx="25">
                  <c:v>3.6829999999999998</c:v>
                </c:pt>
                <c:pt idx="26">
                  <c:v>3.6760000000000002</c:v>
                </c:pt>
                <c:pt idx="27">
                  <c:v>3.669</c:v>
                </c:pt>
                <c:pt idx="28">
                  <c:v>3.6619999999999999</c:v>
                </c:pt>
                <c:pt idx="29">
                  <c:v>3.6549999999999998</c:v>
                </c:pt>
                <c:pt idx="30">
                  <c:v>3.6459999999999999</c:v>
                </c:pt>
                <c:pt idx="31">
                  <c:v>3.6379999999999999</c:v>
                </c:pt>
                <c:pt idx="32">
                  <c:v>3.633</c:v>
                </c:pt>
                <c:pt idx="33">
                  <c:v>3.625</c:v>
                </c:pt>
                <c:pt idx="34">
                  <c:v>3.617</c:v>
                </c:pt>
                <c:pt idx="35">
                  <c:v>3.609</c:v>
                </c:pt>
                <c:pt idx="36">
                  <c:v>3.6030000000000002</c:v>
                </c:pt>
                <c:pt idx="37">
                  <c:v>3.5920000000000001</c:v>
                </c:pt>
                <c:pt idx="38">
                  <c:v>3.5870000000000002</c:v>
                </c:pt>
                <c:pt idx="39">
                  <c:v>3.5790000000000002</c:v>
                </c:pt>
                <c:pt idx="40">
                  <c:v>3.573</c:v>
                </c:pt>
                <c:pt idx="41">
                  <c:v>3.5659999999999998</c:v>
                </c:pt>
                <c:pt idx="42">
                  <c:v>3.556</c:v>
                </c:pt>
                <c:pt idx="43">
                  <c:v>3.548</c:v>
                </c:pt>
                <c:pt idx="44">
                  <c:v>3.5409999999999999</c:v>
                </c:pt>
                <c:pt idx="45">
                  <c:v>3.5329999999999999</c:v>
                </c:pt>
                <c:pt idx="46">
                  <c:v>3.5259999999999998</c:v>
                </c:pt>
                <c:pt idx="47">
                  <c:v>3.5179999999999998</c:v>
                </c:pt>
                <c:pt idx="48">
                  <c:v>3.5089999999999999</c:v>
                </c:pt>
                <c:pt idx="49">
                  <c:v>3.5019999999999998</c:v>
                </c:pt>
                <c:pt idx="50">
                  <c:v>3.4950000000000001</c:v>
                </c:pt>
                <c:pt idx="51">
                  <c:v>3.488</c:v>
                </c:pt>
                <c:pt idx="52">
                  <c:v>3.4780000000000002</c:v>
                </c:pt>
                <c:pt idx="53">
                  <c:v>3.47</c:v>
                </c:pt>
                <c:pt idx="54">
                  <c:v>3.4630000000000001</c:v>
                </c:pt>
                <c:pt idx="55">
                  <c:v>3.456</c:v>
                </c:pt>
                <c:pt idx="56">
                  <c:v>3.4489999999999998</c:v>
                </c:pt>
                <c:pt idx="57">
                  <c:v>3.4390000000000001</c:v>
                </c:pt>
                <c:pt idx="58">
                  <c:v>3.4340000000000002</c:v>
                </c:pt>
                <c:pt idx="59">
                  <c:v>3.427</c:v>
                </c:pt>
                <c:pt idx="60">
                  <c:v>3.42</c:v>
                </c:pt>
                <c:pt idx="61">
                  <c:v>3.4129999999999998</c:v>
                </c:pt>
                <c:pt idx="62">
                  <c:v>3.4060000000000001</c:v>
                </c:pt>
                <c:pt idx="63">
                  <c:v>3.4009999999999998</c:v>
                </c:pt>
                <c:pt idx="64">
                  <c:v>3.3940000000000001</c:v>
                </c:pt>
                <c:pt idx="65">
                  <c:v>3.387</c:v>
                </c:pt>
                <c:pt idx="66">
                  <c:v>3.3820000000000001</c:v>
                </c:pt>
                <c:pt idx="67">
                  <c:v>3.3759999999999999</c:v>
                </c:pt>
                <c:pt idx="68">
                  <c:v>3.371</c:v>
                </c:pt>
                <c:pt idx="69">
                  <c:v>3.3639999999999999</c:v>
                </c:pt>
                <c:pt idx="70">
                  <c:v>3.359</c:v>
                </c:pt>
                <c:pt idx="71">
                  <c:v>3.3530000000000002</c:v>
                </c:pt>
                <c:pt idx="72">
                  <c:v>3.3479999999999999</c:v>
                </c:pt>
                <c:pt idx="73">
                  <c:v>3.3410000000000002</c:v>
                </c:pt>
                <c:pt idx="74">
                  <c:v>3.3359999999999999</c:v>
                </c:pt>
                <c:pt idx="75">
                  <c:v>3.33</c:v>
                </c:pt>
                <c:pt idx="76">
                  <c:v>3.3250000000000002</c:v>
                </c:pt>
                <c:pt idx="77">
                  <c:v>3.3170000000000002</c:v>
                </c:pt>
                <c:pt idx="78">
                  <c:v>3.3130000000000002</c:v>
                </c:pt>
                <c:pt idx="79">
                  <c:v>3.3069999999999999</c:v>
                </c:pt>
                <c:pt idx="80">
                  <c:v>3.302</c:v>
                </c:pt>
                <c:pt idx="81">
                  <c:v>3.2970000000000002</c:v>
                </c:pt>
                <c:pt idx="82">
                  <c:v>3.2909999999999999</c:v>
                </c:pt>
                <c:pt idx="83">
                  <c:v>3.286</c:v>
                </c:pt>
                <c:pt idx="84">
                  <c:v>3.2789999999999999</c:v>
                </c:pt>
                <c:pt idx="85">
                  <c:v>3.274</c:v>
                </c:pt>
                <c:pt idx="86">
                  <c:v>3.2679999999999998</c:v>
                </c:pt>
                <c:pt idx="87">
                  <c:v>3.2610000000000001</c:v>
                </c:pt>
                <c:pt idx="88">
                  <c:v>3.2559999999999998</c:v>
                </c:pt>
                <c:pt idx="89">
                  <c:v>3.2480000000000002</c:v>
                </c:pt>
                <c:pt idx="90">
                  <c:v>3.242</c:v>
                </c:pt>
                <c:pt idx="91">
                  <c:v>3.2370000000000001</c:v>
                </c:pt>
                <c:pt idx="92">
                  <c:v>3.23</c:v>
                </c:pt>
                <c:pt idx="93">
                  <c:v>3.2229999999999999</c:v>
                </c:pt>
                <c:pt idx="94">
                  <c:v>3.2160000000000002</c:v>
                </c:pt>
                <c:pt idx="95">
                  <c:v>3.2080000000000002</c:v>
                </c:pt>
                <c:pt idx="96">
                  <c:v>3.2010000000000001</c:v>
                </c:pt>
                <c:pt idx="97">
                  <c:v>3.19</c:v>
                </c:pt>
                <c:pt idx="98">
                  <c:v>3.1840000000000002</c:v>
                </c:pt>
                <c:pt idx="99">
                  <c:v>3.1760000000000002</c:v>
                </c:pt>
                <c:pt idx="100">
                  <c:v>3.1680000000000001</c:v>
                </c:pt>
                <c:pt idx="101">
                  <c:v>3.165</c:v>
                </c:pt>
                <c:pt idx="102">
                  <c:v>3.1589999999999998</c:v>
                </c:pt>
                <c:pt idx="103">
                  <c:v>3.1509999999999998</c:v>
                </c:pt>
                <c:pt idx="104">
                  <c:v>3.141</c:v>
                </c:pt>
                <c:pt idx="105">
                  <c:v>3.1320000000000001</c:v>
                </c:pt>
                <c:pt idx="106">
                  <c:v>3.121</c:v>
                </c:pt>
                <c:pt idx="107">
                  <c:v>3.1110000000000002</c:v>
                </c:pt>
                <c:pt idx="108">
                  <c:v>3.1</c:v>
                </c:pt>
                <c:pt idx="109">
                  <c:v>3.0880000000000001</c:v>
                </c:pt>
                <c:pt idx="110">
                  <c:v>3.0750000000000002</c:v>
                </c:pt>
                <c:pt idx="111">
                  <c:v>3.0630000000000002</c:v>
                </c:pt>
                <c:pt idx="112">
                  <c:v>3.05</c:v>
                </c:pt>
                <c:pt idx="113">
                  <c:v>3.0329999999999999</c:v>
                </c:pt>
                <c:pt idx="114">
                  <c:v>3.0310000000000001</c:v>
                </c:pt>
                <c:pt idx="115">
                  <c:v>3.0209999999999999</c:v>
                </c:pt>
                <c:pt idx="116">
                  <c:v>3.0030000000000001</c:v>
                </c:pt>
                <c:pt idx="117">
                  <c:v>2.9860000000000002</c:v>
                </c:pt>
                <c:pt idx="118">
                  <c:v>2.9670000000000001</c:v>
                </c:pt>
                <c:pt idx="119">
                  <c:v>2.9420000000000002</c:v>
                </c:pt>
                <c:pt idx="120">
                  <c:v>2.9249999999999998</c:v>
                </c:pt>
                <c:pt idx="121">
                  <c:v>2.9</c:v>
                </c:pt>
                <c:pt idx="122">
                  <c:v>2.8759999999999999</c:v>
                </c:pt>
                <c:pt idx="123">
                  <c:v>2.8439999999999999</c:v>
                </c:pt>
                <c:pt idx="124">
                  <c:v>2.8130000000000002</c:v>
                </c:pt>
                <c:pt idx="125">
                  <c:v>2.7789999999999999</c:v>
                </c:pt>
                <c:pt idx="126">
                  <c:v>2.7389999999999999</c:v>
                </c:pt>
                <c:pt idx="127">
                  <c:v>2.6930000000000001</c:v>
                </c:pt>
                <c:pt idx="128">
                  <c:v>2.6389999999999998</c:v>
                </c:pt>
                <c:pt idx="129">
                  <c:v>2.58</c:v>
                </c:pt>
                <c:pt idx="130">
                  <c:v>2.516</c:v>
                </c:pt>
                <c:pt idx="131">
                  <c:v>2.5070000000000001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AC5-284E-A351-D5D2D9F92E8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40 °C</c:v>
                </c:pt>
              </c:strCache>
            </c:strRef>
          </c:tx>
          <c:spPr>
            <a:ln w="25400" cap="flat">
              <a:solidFill>
                <a:srgbClr val="FF3B3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Sheet1!$A$2:$A$136</c:f>
              <c:numCache>
                <c:formatCode>General</c:formatCode>
                <c:ptCount val="135"/>
                <c:pt idx="0">
                  <c:v>80</c:v>
                </c:pt>
                <c:pt idx="1">
                  <c:v>105</c:v>
                </c:pt>
                <c:pt idx="2">
                  <c:v>130</c:v>
                </c:pt>
                <c:pt idx="3">
                  <c:v>155</c:v>
                </c:pt>
                <c:pt idx="4">
                  <c:v>180</c:v>
                </c:pt>
                <c:pt idx="5">
                  <c:v>205</c:v>
                </c:pt>
                <c:pt idx="6">
                  <c:v>230</c:v>
                </c:pt>
                <c:pt idx="7">
                  <c:v>255</c:v>
                </c:pt>
                <c:pt idx="8">
                  <c:v>280</c:v>
                </c:pt>
                <c:pt idx="9">
                  <c:v>305</c:v>
                </c:pt>
                <c:pt idx="10">
                  <c:v>330</c:v>
                </c:pt>
                <c:pt idx="11">
                  <c:v>355</c:v>
                </c:pt>
                <c:pt idx="12">
                  <c:v>380</c:v>
                </c:pt>
                <c:pt idx="13">
                  <c:v>405</c:v>
                </c:pt>
                <c:pt idx="14">
                  <c:v>430</c:v>
                </c:pt>
                <c:pt idx="15">
                  <c:v>455</c:v>
                </c:pt>
                <c:pt idx="16">
                  <c:v>480</c:v>
                </c:pt>
                <c:pt idx="17">
                  <c:v>505</c:v>
                </c:pt>
                <c:pt idx="18">
                  <c:v>530</c:v>
                </c:pt>
                <c:pt idx="19">
                  <c:v>555</c:v>
                </c:pt>
                <c:pt idx="20">
                  <c:v>580</c:v>
                </c:pt>
                <c:pt idx="21">
                  <c:v>605</c:v>
                </c:pt>
                <c:pt idx="22">
                  <c:v>630</c:v>
                </c:pt>
                <c:pt idx="23">
                  <c:v>655</c:v>
                </c:pt>
                <c:pt idx="24">
                  <c:v>680</c:v>
                </c:pt>
                <c:pt idx="25">
                  <c:v>705</c:v>
                </c:pt>
                <c:pt idx="26">
                  <c:v>730</c:v>
                </c:pt>
                <c:pt idx="27">
                  <c:v>755</c:v>
                </c:pt>
                <c:pt idx="28">
                  <c:v>780</c:v>
                </c:pt>
                <c:pt idx="29">
                  <c:v>805</c:v>
                </c:pt>
                <c:pt idx="30">
                  <c:v>830</c:v>
                </c:pt>
                <c:pt idx="31">
                  <c:v>855</c:v>
                </c:pt>
                <c:pt idx="32">
                  <c:v>880</c:v>
                </c:pt>
                <c:pt idx="33">
                  <c:v>905</c:v>
                </c:pt>
                <c:pt idx="34">
                  <c:v>930</c:v>
                </c:pt>
                <c:pt idx="35">
                  <c:v>955</c:v>
                </c:pt>
                <c:pt idx="36">
                  <c:v>980</c:v>
                </c:pt>
                <c:pt idx="37">
                  <c:v>1005</c:v>
                </c:pt>
                <c:pt idx="38">
                  <c:v>1030</c:v>
                </c:pt>
                <c:pt idx="39">
                  <c:v>1055</c:v>
                </c:pt>
                <c:pt idx="40">
                  <c:v>1080</c:v>
                </c:pt>
                <c:pt idx="41">
                  <c:v>1105</c:v>
                </c:pt>
                <c:pt idx="42">
                  <c:v>1130</c:v>
                </c:pt>
                <c:pt idx="43">
                  <c:v>1155</c:v>
                </c:pt>
                <c:pt idx="44">
                  <c:v>1180</c:v>
                </c:pt>
                <c:pt idx="45">
                  <c:v>1205</c:v>
                </c:pt>
                <c:pt idx="46">
                  <c:v>1230</c:v>
                </c:pt>
                <c:pt idx="47">
                  <c:v>1255</c:v>
                </c:pt>
                <c:pt idx="48">
                  <c:v>1280</c:v>
                </c:pt>
                <c:pt idx="49">
                  <c:v>1305</c:v>
                </c:pt>
                <c:pt idx="50">
                  <c:v>1330</c:v>
                </c:pt>
                <c:pt idx="51">
                  <c:v>1355</c:v>
                </c:pt>
                <c:pt idx="52">
                  <c:v>1380</c:v>
                </c:pt>
                <c:pt idx="53">
                  <c:v>1405</c:v>
                </c:pt>
                <c:pt idx="54">
                  <c:v>1430</c:v>
                </c:pt>
                <c:pt idx="55">
                  <c:v>1455</c:v>
                </c:pt>
                <c:pt idx="56">
                  <c:v>1480</c:v>
                </c:pt>
                <c:pt idx="57">
                  <c:v>1505</c:v>
                </c:pt>
                <c:pt idx="58">
                  <c:v>1530</c:v>
                </c:pt>
                <c:pt idx="59">
                  <c:v>1555</c:v>
                </c:pt>
                <c:pt idx="60">
                  <c:v>1580</c:v>
                </c:pt>
                <c:pt idx="61">
                  <c:v>1605</c:v>
                </c:pt>
                <c:pt idx="62">
                  <c:v>1630</c:v>
                </c:pt>
                <c:pt idx="63">
                  <c:v>1655</c:v>
                </c:pt>
                <c:pt idx="64">
                  <c:v>1680</c:v>
                </c:pt>
                <c:pt idx="65">
                  <c:v>1705</c:v>
                </c:pt>
                <c:pt idx="66">
                  <c:v>1730</c:v>
                </c:pt>
                <c:pt idx="67">
                  <c:v>1755</c:v>
                </c:pt>
                <c:pt idx="68">
                  <c:v>1780</c:v>
                </c:pt>
                <c:pt idx="69">
                  <c:v>1805</c:v>
                </c:pt>
                <c:pt idx="70">
                  <c:v>1830</c:v>
                </c:pt>
                <c:pt idx="71">
                  <c:v>1855</c:v>
                </c:pt>
                <c:pt idx="72">
                  <c:v>1880</c:v>
                </c:pt>
                <c:pt idx="73">
                  <c:v>1905</c:v>
                </c:pt>
                <c:pt idx="74">
                  <c:v>1930</c:v>
                </c:pt>
                <c:pt idx="75">
                  <c:v>1955</c:v>
                </c:pt>
                <c:pt idx="76">
                  <c:v>1980</c:v>
                </c:pt>
                <c:pt idx="77">
                  <c:v>2005</c:v>
                </c:pt>
                <c:pt idx="78">
                  <c:v>2030</c:v>
                </c:pt>
                <c:pt idx="79">
                  <c:v>2055</c:v>
                </c:pt>
                <c:pt idx="80">
                  <c:v>2080</c:v>
                </c:pt>
                <c:pt idx="81">
                  <c:v>2105</c:v>
                </c:pt>
                <c:pt idx="82">
                  <c:v>2130</c:v>
                </c:pt>
                <c:pt idx="83">
                  <c:v>2155</c:v>
                </c:pt>
                <c:pt idx="84">
                  <c:v>2180</c:v>
                </c:pt>
                <c:pt idx="85">
                  <c:v>2205</c:v>
                </c:pt>
                <c:pt idx="86">
                  <c:v>2230</c:v>
                </c:pt>
                <c:pt idx="87">
                  <c:v>2255</c:v>
                </c:pt>
                <c:pt idx="88">
                  <c:v>2280</c:v>
                </c:pt>
                <c:pt idx="89">
                  <c:v>2305</c:v>
                </c:pt>
                <c:pt idx="90">
                  <c:v>2330</c:v>
                </c:pt>
                <c:pt idx="91">
                  <c:v>2355</c:v>
                </c:pt>
                <c:pt idx="92">
                  <c:v>2380</c:v>
                </c:pt>
                <c:pt idx="93">
                  <c:v>2405</c:v>
                </c:pt>
                <c:pt idx="94">
                  <c:v>2430</c:v>
                </c:pt>
                <c:pt idx="95">
                  <c:v>2455</c:v>
                </c:pt>
                <c:pt idx="96">
                  <c:v>2480</c:v>
                </c:pt>
                <c:pt idx="97">
                  <c:v>2505</c:v>
                </c:pt>
                <c:pt idx="98">
                  <c:v>2530</c:v>
                </c:pt>
                <c:pt idx="99">
                  <c:v>2555</c:v>
                </c:pt>
                <c:pt idx="100">
                  <c:v>2580</c:v>
                </c:pt>
                <c:pt idx="101">
                  <c:v>2590</c:v>
                </c:pt>
                <c:pt idx="102">
                  <c:v>2605</c:v>
                </c:pt>
                <c:pt idx="103">
                  <c:v>2630</c:v>
                </c:pt>
                <c:pt idx="104">
                  <c:v>2655</c:v>
                </c:pt>
                <c:pt idx="105">
                  <c:v>2680</c:v>
                </c:pt>
                <c:pt idx="106">
                  <c:v>2705</c:v>
                </c:pt>
                <c:pt idx="107">
                  <c:v>2730</c:v>
                </c:pt>
                <c:pt idx="108">
                  <c:v>2755</c:v>
                </c:pt>
                <c:pt idx="109">
                  <c:v>2780</c:v>
                </c:pt>
                <c:pt idx="110">
                  <c:v>2805</c:v>
                </c:pt>
                <c:pt idx="111">
                  <c:v>2830</c:v>
                </c:pt>
                <c:pt idx="112">
                  <c:v>2855</c:v>
                </c:pt>
                <c:pt idx="113">
                  <c:v>2880</c:v>
                </c:pt>
                <c:pt idx="114">
                  <c:v>2885</c:v>
                </c:pt>
                <c:pt idx="115">
                  <c:v>2905</c:v>
                </c:pt>
                <c:pt idx="116">
                  <c:v>2930</c:v>
                </c:pt>
                <c:pt idx="117">
                  <c:v>2955</c:v>
                </c:pt>
                <c:pt idx="118">
                  <c:v>2980</c:v>
                </c:pt>
                <c:pt idx="119">
                  <c:v>3005</c:v>
                </c:pt>
                <c:pt idx="120">
                  <c:v>3030</c:v>
                </c:pt>
                <c:pt idx="121">
                  <c:v>3055</c:v>
                </c:pt>
                <c:pt idx="122">
                  <c:v>3080</c:v>
                </c:pt>
                <c:pt idx="123">
                  <c:v>3105</c:v>
                </c:pt>
                <c:pt idx="124">
                  <c:v>3130</c:v>
                </c:pt>
                <c:pt idx="125">
                  <c:v>3155</c:v>
                </c:pt>
                <c:pt idx="126">
                  <c:v>3180</c:v>
                </c:pt>
                <c:pt idx="127">
                  <c:v>3205</c:v>
                </c:pt>
                <c:pt idx="128">
                  <c:v>3230</c:v>
                </c:pt>
                <c:pt idx="129">
                  <c:v>3255</c:v>
                </c:pt>
                <c:pt idx="130">
                  <c:v>3280</c:v>
                </c:pt>
                <c:pt idx="131">
                  <c:v>3285</c:v>
                </c:pt>
                <c:pt idx="132">
                  <c:v>3305</c:v>
                </c:pt>
                <c:pt idx="133">
                  <c:v>3330</c:v>
                </c:pt>
                <c:pt idx="134">
                  <c:v>3345</c:v>
                </c:pt>
              </c:numCache>
            </c:numRef>
          </c:xVal>
          <c:yVal>
            <c:numRef>
              <c:f>Sheet1!$F$2:$F$136</c:f>
              <c:numCache>
                <c:formatCode>General</c:formatCode>
                <c:ptCount val="135"/>
                <c:pt idx="0">
                  <c:v>3.9239999999999999</c:v>
                </c:pt>
                <c:pt idx="1">
                  <c:v>3.915</c:v>
                </c:pt>
                <c:pt idx="2">
                  <c:v>3.9060000000000001</c:v>
                </c:pt>
                <c:pt idx="3">
                  <c:v>3.8980000000000001</c:v>
                </c:pt>
                <c:pt idx="4">
                  <c:v>3.8919999999999999</c:v>
                </c:pt>
                <c:pt idx="5">
                  <c:v>3.883</c:v>
                </c:pt>
                <c:pt idx="6">
                  <c:v>3.875</c:v>
                </c:pt>
                <c:pt idx="7">
                  <c:v>3.8679999999999999</c:v>
                </c:pt>
                <c:pt idx="8">
                  <c:v>3.86</c:v>
                </c:pt>
                <c:pt idx="9">
                  <c:v>3.851</c:v>
                </c:pt>
                <c:pt idx="10">
                  <c:v>3.843</c:v>
                </c:pt>
                <c:pt idx="11">
                  <c:v>3.835</c:v>
                </c:pt>
                <c:pt idx="12">
                  <c:v>3.8260000000000001</c:v>
                </c:pt>
                <c:pt idx="13">
                  <c:v>3.8170000000000002</c:v>
                </c:pt>
                <c:pt idx="14">
                  <c:v>3.8079999999999998</c:v>
                </c:pt>
                <c:pt idx="15">
                  <c:v>3.7989999999999999</c:v>
                </c:pt>
                <c:pt idx="16">
                  <c:v>3.7879999999999998</c:v>
                </c:pt>
                <c:pt idx="17">
                  <c:v>3.7759999999999998</c:v>
                </c:pt>
                <c:pt idx="18">
                  <c:v>3.7709999999999999</c:v>
                </c:pt>
                <c:pt idx="19">
                  <c:v>3.762</c:v>
                </c:pt>
                <c:pt idx="20">
                  <c:v>3.7519999999999998</c:v>
                </c:pt>
                <c:pt idx="21">
                  <c:v>3.7440000000000002</c:v>
                </c:pt>
                <c:pt idx="22">
                  <c:v>3.7360000000000002</c:v>
                </c:pt>
                <c:pt idx="23">
                  <c:v>3.7269999999999999</c:v>
                </c:pt>
                <c:pt idx="24">
                  <c:v>3.7189999999999999</c:v>
                </c:pt>
                <c:pt idx="25">
                  <c:v>3.7120000000000002</c:v>
                </c:pt>
                <c:pt idx="26">
                  <c:v>3.7050000000000001</c:v>
                </c:pt>
                <c:pt idx="27">
                  <c:v>3.6949999999999998</c:v>
                </c:pt>
                <c:pt idx="28">
                  <c:v>3.6880000000000002</c:v>
                </c:pt>
                <c:pt idx="29">
                  <c:v>3.681</c:v>
                </c:pt>
                <c:pt idx="30">
                  <c:v>3.673</c:v>
                </c:pt>
                <c:pt idx="31">
                  <c:v>3.6659999999999999</c:v>
                </c:pt>
                <c:pt idx="32">
                  <c:v>3.6589999999999998</c:v>
                </c:pt>
                <c:pt idx="33">
                  <c:v>3.6509999999999998</c:v>
                </c:pt>
                <c:pt idx="34">
                  <c:v>3.6440000000000001</c:v>
                </c:pt>
                <c:pt idx="35">
                  <c:v>3.6379999999999999</c:v>
                </c:pt>
                <c:pt idx="36">
                  <c:v>3.63</c:v>
                </c:pt>
                <c:pt idx="37">
                  <c:v>3.62</c:v>
                </c:pt>
                <c:pt idx="38">
                  <c:v>3.6160000000000001</c:v>
                </c:pt>
                <c:pt idx="39">
                  <c:v>3.609</c:v>
                </c:pt>
                <c:pt idx="40">
                  <c:v>3.601</c:v>
                </c:pt>
                <c:pt idx="41">
                  <c:v>3.5939999999999999</c:v>
                </c:pt>
                <c:pt idx="42">
                  <c:v>3.5870000000000002</c:v>
                </c:pt>
                <c:pt idx="43">
                  <c:v>3.5790000000000002</c:v>
                </c:pt>
                <c:pt idx="44">
                  <c:v>3.573</c:v>
                </c:pt>
                <c:pt idx="45">
                  <c:v>3.5640000000000001</c:v>
                </c:pt>
                <c:pt idx="46">
                  <c:v>3.5550000000000002</c:v>
                </c:pt>
                <c:pt idx="47">
                  <c:v>3.548</c:v>
                </c:pt>
                <c:pt idx="48">
                  <c:v>3.5409999999999999</c:v>
                </c:pt>
                <c:pt idx="49">
                  <c:v>3.5339999999999998</c:v>
                </c:pt>
                <c:pt idx="50">
                  <c:v>3.5259999999999998</c:v>
                </c:pt>
                <c:pt idx="51">
                  <c:v>3.5179999999999998</c:v>
                </c:pt>
                <c:pt idx="52">
                  <c:v>3.5139999999999998</c:v>
                </c:pt>
                <c:pt idx="53">
                  <c:v>3.5019999999999998</c:v>
                </c:pt>
                <c:pt idx="54">
                  <c:v>3.4910000000000001</c:v>
                </c:pt>
                <c:pt idx="55">
                  <c:v>3.484</c:v>
                </c:pt>
                <c:pt idx="56">
                  <c:v>3.48</c:v>
                </c:pt>
                <c:pt idx="57">
                  <c:v>3.4710000000000001</c:v>
                </c:pt>
                <c:pt idx="58">
                  <c:v>3.4660000000000002</c:v>
                </c:pt>
                <c:pt idx="59">
                  <c:v>3.4580000000000002</c:v>
                </c:pt>
                <c:pt idx="60">
                  <c:v>3.452</c:v>
                </c:pt>
                <c:pt idx="61">
                  <c:v>3.4460000000000002</c:v>
                </c:pt>
                <c:pt idx="62">
                  <c:v>3.4390000000000001</c:v>
                </c:pt>
                <c:pt idx="63">
                  <c:v>3.4329999999999998</c:v>
                </c:pt>
                <c:pt idx="64">
                  <c:v>3.4260000000000002</c:v>
                </c:pt>
                <c:pt idx="65">
                  <c:v>3.42</c:v>
                </c:pt>
                <c:pt idx="66">
                  <c:v>3.4140000000000001</c:v>
                </c:pt>
                <c:pt idx="67">
                  <c:v>3.407</c:v>
                </c:pt>
                <c:pt idx="68">
                  <c:v>3.403</c:v>
                </c:pt>
                <c:pt idx="69">
                  <c:v>3.3969999999999998</c:v>
                </c:pt>
                <c:pt idx="70">
                  <c:v>3.39</c:v>
                </c:pt>
                <c:pt idx="71">
                  <c:v>3.3849999999999998</c:v>
                </c:pt>
                <c:pt idx="72">
                  <c:v>3.38</c:v>
                </c:pt>
                <c:pt idx="73">
                  <c:v>3.3740000000000001</c:v>
                </c:pt>
                <c:pt idx="74">
                  <c:v>3.3690000000000002</c:v>
                </c:pt>
                <c:pt idx="75">
                  <c:v>3.363</c:v>
                </c:pt>
                <c:pt idx="76">
                  <c:v>3.3580000000000001</c:v>
                </c:pt>
                <c:pt idx="77">
                  <c:v>3.351</c:v>
                </c:pt>
                <c:pt idx="78">
                  <c:v>3.3479999999999999</c:v>
                </c:pt>
                <c:pt idx="79">
                  <c:v>3.343</c:v>
                </c:pt>
                <c:pt idx="80">
                  <c:v>3.3359999999999999</c:v>
                </c:pt>
                <c:pt idx="81">
                  <c:v>3.3330000000000002</c:v>
                </c:pt>
                <c:pt idx="82">
                  <c:v>3.3290000000000002</c:v>
                </c:pt>
                <c:pt idx="83">
                  <c:v>3.323</c:v>
                </c:pt>
                <c:pt idx="84">
                  <c:v>3.319</c:v>
                </c:pt>
                <c:pt idx="85">
                  <c:v>3.3140000000000001</c:v>
                </c:pt>
                <c:pt idx="86">
                  <c:v>3.3079999999999998</c:v>
                </c:pt>
                <c:pt idx="87">
                  <c:v>3.3029999999999999</c:v>
                </c:pt>
                <c:pt idx="88">
                  <c:v>3.2959999999999998</c:v>
                </c:pt>
                <c:pt idx="89">
                  <c:v>3.2909999999999999</c:v>
                </c:pt>
                <c:pt idx="90">
                  <c:v>3.2869999999999999</c:v>
                </c:pt>
                <c:pt idx="91">
                  <c:v>3.28</c:v>
                </c:pt>
                <c:pt idx="92">
                  <c:v>3.2759999999999998</c:v>
                </c:pt>
                <c:pt idx="93">
                  <c:v>3.2690000000000001</c:v>
                </c:pt>
                <c:pt idx="94">
                  <c:v>3.2629999999999999</c:v>
                </c:pt>
                <c:pt idx="95">
                  <c:v>3.2570000000000001</c:v>
                </c:pt>
                <c:pt idx="96">
                  <c:v>3.25</c:v>
                </c:pt>
                <c:pt idx="97">
                  <c:v>3.2410000000000001</c:v>
                </c:pt>
                <c:pt idx="98">
                  <c:v>3.2360000000000002</c:v>
                </c:pt>
                <c:pt idx="99">
                  <c:v>3.2309999999999999</c:v>
                </c:pt>
                <c:pt idx="100">
                  <c:v>3.2229999999999999</c:v>
                </c:pt>
                <c:pt idx="101">
                  <c:v>3.22</c:v>
                </c:pt>
                <c:pt idx="102">
                  <c:v>3.2149999999999999</c:v>
                </c:pt>
                <c:pt idx="103">
                  <c:v>3.2069999999999999</c:v>
                </c:pt>
                <c:pt idx="104">
                  <c:v>3.2</c:v>
                </c:pt>
                <c:pt idx="105">
                  <c:v>3.1930000000000001</c:v>
                </c:pt>
                <c:pt idx="106">
                  <c:v>3.1850000000000001</c:v>
                </c:pt>
                <c:pt idx="107">
                  <c:v>3.1760000000000002</c:v>
                </c:pt>
                <c:pt idx="108">
                  <c:v>3.1669999999999998</c:v>
                </c:pt>
                <c:pt idx="109">
                  <c:v>3.1579999999999999</c:v>
                </c:pt>
                <c:pt idx="110">
                  <c:v>3.15</c:v>
                </c:pt>
                <c:pt idx="111">
                  <c:v>3.141</c:v>
                </c:pt>
                <c:pt idx="112">
                  <c:v>3.1309999999999998</c:v>
                </c:pt>
                <c:pt idx="113">
                  <c:v>3.1219999999999999</c:v>
                </c:pt>
                <c:pt idx="114">
                  <c:v>3.12</c:v>
                </c:pt>
                <c:pt idx="115">
                  <c:v>3.1120000000000001</c:v>
                </c:pt>
                <c:pt idx="116">
                  <c:v>3.1019999999999999</c:v>
                </c:pt>
                <c:pt idx="117">
                  <c:v>3.0910000000000002</c:v>
                </c:pt>
                <c:pt idx="118">
                  <c:v>3.0790000000000002</c:v>
                </c:pt>
                <c:pt idx="119">
                  <c:v>3.0630000000000002</c:v>
                </c:pt>
                <c:pt idx="120">
                  <c:v>3.0550000000000002</c:v>
                </c:pt>
                <c:pt idx="121">
                  <c:v>3.0419999999999998</c:v>
                </c:pt>
                <c:pt idx="122">
                  <c:v>3.0270000000000001</c:v>
                </c:pt>
                <c:pt idx="123">
                  <c:v>3.004</c:v>
                </c:pt>
                <c:pt idx="124">
                  <c:v>2.9860000000000002</c:v>
                </c:pt>
                <c:pt idx="125">
                  <c:v>2.972</c:v>
                </c:pt>
                <c:pt idx="126">
                  <c:v>2.948</c:v>
                </c:pt>
                <c:pt idx="127">
                  <c:v>2.9260000000000002</c:v>
                </c:pt>
                <c:pt idx="128">
                  <c:v>2.8849999999999998</c:v>
                </c:pt>
                <c:pt idx="129">
                  <c:v>2.843</c:v>
                </c:pt>
                <c:pt idx="130">
                  <c:v>2.7879999999999998</c:v>
                </c:pt>
                <c:pt idx="131">
                  <c:v>2.7759999999999998</c:v>
                </c:pt>
                <c:pt idx="132">
                  <c:v>2.7149999999999999</c:v>
                </c:pt>
                <c:pt idx="133">
                  <c:v>2.5880000000000001</c:v>
                </c:pt>
                <c:pt idx="134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8AC5-284E-A351-D5D2D9F92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5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6868B"/>
                    </a:solidFill>
                    <a:latin typeface="Microsoft JhengHei"/>
                  </a:defRPr>
                </a:pPr>
                <a:r>
                  <a:rPr lang="zh-TW" altLang="en-US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放電容量 </a:t>
                </a:r>
                <a:r>
                  <a:rPr lang="en-US" altLang="zh-TW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(</a:t>
                </a:r>
                <a:r>
                  <a:rPr lang="en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mAh)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D2D2D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crossBetween val="midCat"/>
        <c:majorUnit val="500"/>
      </c:valAx>
      <c:valAx>
        <c:axId val="2094734552"/>
        <c:scaling>
          <c:orientation val="minMax"/>
          <c:max val="4.2"/>
          <c:min val="2.4"/>
        </c:scaling>
        <c:delete val="0"/>
        <c:axPos val="l"/>
        <c:majorGridlines>
          <c:spPr>
            <a:ln w="6350" cap="flat">
              <a:solidFill>
                <a:srgbClr val="E5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6868B"/>
                    </a:solidFill>
                    <a:latin typeface="Microsoft JhengHei"/>
                  </a:defRPr>
                </a:pPr>
                <a:r>
                  <a:rPr lang="zh-TW" altLang="en-US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電壓 </a:t>
                </a:r>
                <a:r>
                  <a:rPr lang="en-US" altLang="zh-TW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(</a:t>
                </a:r>
                <a:r>
                  <a:rPr lang="en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V)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2D2D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midCat"/>
        <c:majorUnit val="0.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E6E73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 °C</c:v>
                </c:pt>
              </c:strCache>
            </c:strRef>
          </c:tx>
          <c:spPr>
            <a:ln w="25400" cap="flat">
              <a:solidFill>
                <a:srgbClr val="0071E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Sheet1!$A$2:$A$58</c:f>
              <c:numCache>
                <c:formatCode>General</c:formatCode>
                <c:ptCount val="5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  <c:pt idx="22">
                  <c:v>1100</c:v>
                </c:pt>
                <c:pt idx="23">
                  <c:v>1150</c:v>
                </c:pt>
                <c:pt idx="24">
                  <c:v>1200</c:v>
                </c:pt>
                <c:pt idx="25">
                  <c:v>1250</c:v>
                </c:pt>
                <c:pt idx="26">
                  <c:v>1300</c:v>
                </c:pt>
                <c:pt idx="27">
                  <c:v>1350</c:v>
                </c:pt>
                <c:pt idx="28">
                  <c:v>1400</c:v>
                </c:pt>
                <c:pt idx="29">
                  <c:v>1450</c:v>
                </c:pt>
                <c:pt idx="30">
                  <c:v>1500</c:v>
                </c:pt>
                <c:pt idx="31">
                  <c:v>1550</c:v>
                </c:pt>
                <c:pt idx="32">
                  <c:v>1600</c:v>
                </c:pt>
                <c:pt idx="33">
                  <c:v>1650</c:v>
                </c:pt>
                <c:pt idx="34">
                  <c:v>1700</c:v>
                </c:pt>
                <c:pt idx="35">
                  <c:v>1750</c:v>
                </c:pt>
                <c:pt idx="36">
                  <c:v>1800</c:v>
                </c:pt>
                <c:pt idx="37">
                  <c:v>1850</c:v>
                </c:pt>
                <c:pt idx="38">
                  <c:v>1900</c:v>
                </c:pt>
                <c:pt idx="39">
                  <c:v>1950</c:v>
                </c:pt>
                <c:pt idx="40">
                  <c:v>2000</c:v>
                </c:pt>
                <c:pt idx="41">
                  <c:v>2050</c:v>
                </c:pt>
                <c:pt idx="42">
                  <c:v>2100</c:v>
                </c:pt>
                <c:pt idx="43">
                  <c:v>2150</c:v>
                </c:pt>
                <c:pt idx="44">
                  <c:v>2200</c:v>
                </c:pt>
                <c:pt idx="45">
                  <c:v>2250</c:v>
                </c:pt>
                <c:pt idx="46">
                  <c:v>2300</c:v>
                </c:pt>
                <c:pt idx="47">
                  <c:v>2350</c:v>
                </c:pt>
                <c:pt idx="48">
                  <c:v>2400</c:v>
                </c:pt>
                <c:pt idx="49">
                  <c:v>2450</c:v>
                </c:pt>
                <c:pt idx="50">
                  <c:v>2500</c:v>
                </c:pt>
                <c:pt idx="51">
                  <c:v>2550</c:v>
                </c:pt>
                <c:pt idx="52">
                  <c:v>2600</c:v>
                </c:pt>
                <c:pt idx="53">
                  <c:v>2650</c:v>
                </c:pt>
                <c:pt idx="54">
                  <c:v>2700</c:v>
                </c:pt>
                <c:pt idx="55">
                  <c:v>2750</c:v>
                </c:pt>
                <c:pt idx="56">
                  <c:v>2800</c:v>
                </c:pt>
              </c:numCache>
            </c:numRef>
          </c:xVal>
          <c:yVal>
            <c:numRef>
              <c:f>Sheet1!$B$2:$B$58</c:f>
              <c:numCache>
                <c:formatCode>General</c:formatCode>
                <c:ptCount val="57"/>
                <c:pt idx="0">
                  <c:v>100</c:v>
                </c:pt>
                <c:pt idx="1">
                  <c:v>99.92</c:v>
                </c:pt>
                <c:pt idx="2">
                  <c:v>99.83</c:v>
                </c:pt>
                <c:pt idx="3">
                  <c:v>99.75</c:v>
                </c:pt>
                <c:pt idx="4">
                  <c:v>99.67</c:v>
                </c:pt>
                <c:pt idx="5">
                  <c:v>99.58</c:v>
                </c:pt>
                <c:pt idx="6">
                  <c:v>99.5</c:v>
                </c:pt>
                <c:pt idx="7">
                  <c:v>99.42</c:v>
                </c:pt>
                <c:pt idx="8">
                  <c:v>99.33</c:v>
                </c:pt>
                <c:pt idx="9">
                  <c:v>99.25</c:v>
                </c:pt>
                <c:pt idx="10">
                  <c:v>99.17</c:v>
                </c:pt>
                <c:pt idx="11">
                  <c:v>99.08</c:v>
                </c:pt>
                <c:pt idx="12">
                  <c:v>99</c:v>
                </c:pt>
                <c:pt idx="13">
                  <c:v>98.91</c:v>
                </c:pt>
                <c:pt idx="14">
                  <c:v>98.83</c:v>
                </c:pt>
                <c:pt idx="15">
                  <c:v>98.74</c:v>
                </c:pt>
                <c:pt idx="16">
                  <c:v>98.66</c:v>
                </c:pt>
                <c:pt idx="17">
                  <c:v>98.57</c:v>
                </c:pt>
                <c:pt idx="18">
                  <c:v>98.49</c:v>
                </c:pt>
                <c:pt idx="19">
                  <c:v>98.4</c:v>
                </c:pt>
                <c:pt idx="20">
                  <c:v>98.3</c:v>
                </c:pt>
                <c:pt idx="21">
                  <c:v>98.21</c:v>
                </c:pt>
                <c:pt idx="22">
                  <c:v>98.11</c:v>
                </c:pt>
                <c:pt idx="23">
                  <c:v>98.02</c:v>
                </c:pt>
                <c:pt idx="24">
                  <c:v>97.92</c:v>
                </c:pt>
                <c:pt idx="25">
                  <c:v>97.83</c:v>
                </c:pt>
                <c:pt idx="26">
                  <c:v>97.73</c:v>
                </c:pt>
                <c:pt idx="27">
                  <c:v>97.63</c:v>
                </c:pt>
                <c:pt idx="28">
                  <c:v>97.54</c:v>
                </c:pt>
                <c:pt idx="29">
                  <c:v>97.44</c:v>
                </c:pt>
                <c:pt idx="30">
                  <c:v>97.34</c:v>
                </c:pt>
                <c:pt idx="31">
                  <c:v>97.25</c:v>
                </c:pt>
                <c:pt idx="32">
                  <c:v>97.15</c:v>
                </c:pt>
                <c:pt idx="33">
                  <c:v>97.05</c:v>
                </c:pt>
                <c:pt idx="34">
                  <c:v>96.95</c:v>
                </c:pt>
                <c:pt idx="35">
                  <c:v>96.85</c:v>
                </c:pt>
                <c:pt idx="36">
                  <c:v>96.76</c:v>
                </c:pt>
                <c:pt idx="37">
                  <c:v>96.66</c:v>
                </c:pt>
                <c:pt idx="38">
                  <c:v>96.54</c:v>
                </c:pt>
                <c:pt idx="39">
                  <c:v>96.41</c:v>
                </c:pt>
                <c:pt idx="40">
                  <c:v>96.27</c:v>
                </c:pt>
                <c:pt idx="41">
                  <c:v>96.13</c:v>
                </c:pt>
                <c:pt idx="42">
                  <c:v>96</c:v>
                </c:pt>
                <c:pt idx="43">
                  <c:v>95.86</c:v>
                </c:pt>
                <c:pt idx="44">
                  <c:v>95.72</c:v>
                </c:pt>
                <c:pt idx="45">
                  <c:v>95.58</c:v>
                </c:pt>
                <c:pt idx="46">
                  <c:v>95.46</c:v>
                </c:pt>
                <c:pt idx="47">
                  <c:v>95.35</c:v>
                </c:pt>
                <c:pt idx="48">
                  <c:v>95.24</c:v>
                </c:pt>
                <c:pt idx="49">
                  <c:v>95.13</c:v>
                </c:pt>
                <c:pt idx="50">
                  <c:v>95.02</c:v>
                </c:pt>
                <c:pt idx="51">
                  <c:v>94.91</c:v>
                </c:pt>
                <c:pt idx="52">
                  <c:v>94.8</c:v>
                </c:pt>
                <c:pt idx="53">
                  <c:v>94.69</c:v>
                </c:pt>
                <c:pt idx="54">
                  <c:v>94.58</c:v>
                </c:pt>
                <c:pt idx="55">
                  <c:v>94.47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83-FA42-99FB-1CE8614899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 °C</c:v>
                </c:pt>
              </c:strCache>
            </c:strRef>
          </c:tx>
          <c:spPr>
            <a:ln w="25400" cap="flat">
              <a:solidFill>
                <a:srgbClr val="1D1D1F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Sheet1!$A$2:$A$58</c:f>
              <c:numCache>
                <c:formatCode>General</c:formatCode>
                <c:ptCount val="5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  <c:pt idx="22">
                  <c:v>1100</c:v>
                </c:pt>
                <c:pt idx="23">
                  <c:v>1150</c:v>
                </c:pt>
                <c:pt idx="24">
                  <c:v>1200</c:v>
                </c:pt>
                <c:pt idx="25">
                  <c:v>1250</c:v>
                </c:pt>
                <c:pt idx="26">
                  <c:v>1300</c:v>
                </c:pt>
                <c:pt idx="27">
                  <c:v>1350</c:v>
                </c:pt>
                <c:pt idx="28">
                  <c:v>1400</c:v>
                </c:pt>
                <c:pt idx="29">
                  <c:v>1450</c:v>
                </c:pt>
                <c:pt idx="30">
                  <c:v>1500</c:v>
                </c:pt>
                <c:pt idx="31">
                  <c:v>1550</c:v>
                </c:pt>
                <c:pt idx="32">
                  <c:v>1600</c:v>
                </c:pt>
                <c:pt idx="33">
                  <c:v>1650</c:v>
                </c:pt>
                <c:pt idx="34">
                  <c:v>1700</c:v>
                </c:pt>
                <c:pt idx="35">
                  <c:v>1750</c:v>
                </c:pt>
                <c:pt idx="36">
                  <c:v>1800</c:v>
                </c:pt>
                <c:pt idx="37">
                  <c:v>1850</c:v>
                </c:pt>
                <c:pt idx="38">
                  <c:v>1900</c:v>
                </c:pt>
                <c:pt idx="39">
                  <c:v>1950</c:v>
                </c:pt>
                <c:pt idx="40">
                  <c:v>2000</c:v>
                </c:pt>
                <c:pt idx="41">
                  <c:v>2050</c:v>
                </c:pt>
                <c:pt idx="42">
                  <c:v>2100</c:v>
                </c:pt>
                <c:pt idx="43">
                  <c:v>2150</c:v>
                </c:pt>
                <c:pt idx="44">
                  <c:v>2200</c:v>
                </c:pt>
                <c:pt idx="45">
                  <c:v>2250</c:v>
                </c:pt>
                <c:pt idx="46">
                  <c:v>2300</c:v>
                </c:pt>
                <c:pt idx="47">
                  <c:v>2350</c:v>
                </c:pt>
                <c:pt idx="48">
                  <c:v>2400</c:v>
                </c:pt>
                <c:pt idx="49">
                  <c:v>2450</c:v>
                </c:pt>
                <c:pt idx="50">
                  <c:v>2500</c:v>
                </c:pt>
                <c:pt idx="51">
                  <c:v>2550</c:v>
                </c:pt>
                <c:pt idx="52">
                  <c:v>2600</c:v>
                </c:pt>
                <c:pt idx="53">
                  <c:v>2650</c:v>
                </c:pt>
                <c:pt idx="54">
                  <c:v>2700</c:v>
                </c:pt>
                <c:pt idx="55">
                  <c:v>2750</c:v>
                </c:pt>
                <c:pt idx="56">
                  <c:v>2800</c:v>
                </c:pt>
              </c:numCache>
            </c:numRef>
          </c:xVal>
          <c:yVal>
            <c:numRef>
              <c:f>Sheet1!$C$2:$C$58</c:f>
              <c:numCache>
                <c:formatCode>General</c:formatCode>
                <c:ptCount val="57"/>
                <c:pt idx="0">
                  <c:v>100</c:v>
                </c:pt>
                <c:pt idx="1">
                  <c:v>99.84</c:v>
                </c:pt>
                <c:pt idx="2">
                  <c:v>99.69</c:v>
                </c:pt>
                <c:pt idx="3">
                  <c:v>99.53</c:v>
                </c:pt>
                <c:pt idx="4">
                  <c:v>99.38</c:v>
                </c:pt>
                <c:pt idx="5">
                  <c:v>99.22</c:v>
                </c:pt>
                <c:pt idx="6">
                  <c:v>99.06</c:v>
                </c:pt>
                <c:pt idx="7">
                  <c:v>98.91</c:v>
                </c:pt>
                <c:pt idx="8">
                  <c:v>98.75</c:v>
                </c:pt>
                <c:pt idx="9">
                  <c:v>98.59</c:v>
                </c:pt>
                <c:pt idx="10">
                  <c:v>98.45</c:v>
                </c:pt>
                <c:pt idx="11">
                  <c:v>98.34</c:v>
                </c:pt>
                <c:pt idx="12">
                  <c:v>98.22</c:v>
                </c:pt>
                <c:pt idx="13">
                  <c:v>98.1</c:v>
                </c:pt>
                <c:pt idx="14">
                  <c:v>97.99</c:v>
                </c:pt>
                <c:pt idx="15">
                  <c:v>97.87</c:v>
                </c:pt>
                <c:pt idx="16">
                  <c:v>97.75</c:v>
                </c:pt>
                <c:pt idx="17">
                  <c:v>97.63</c:v>
                </c:pt>
                <c:pt idx="18">
                  <c:v>97.52</c:v>
                </c:pt>
                <c:pt idx="19">
                  <c:v>97.4</c:v>
                </c:pt>
                <c:pt idx="20">
                  <c:v>97.27</c:v>
                </c:pt>
                <c:pt idx="21">
                  <c:v>97.14</c:v>
                </c:pt>
                <c:pt idx="22">
                  <c:v>97.02</c:v>
                </c:pt>
                <c:pt idx="23">
                  <c:v>96.89</c:v>
                </c:pt>
                <c:pt idx="24">
                  <c:v>96.76</c:v>
                </c:pt>
                <c:pt idx="25">
                  <c:v>96.63</c:v>
                </c:pt>
                <c:pt idx="26">
                  <c:v>96.51</c:v>
                </c:pt>
                <c:pt idx="27">
                  <c:v>96.38</c:v>
                </c:pt>
                <c:pt idx="28">
                  <c:v>96.25</c:v>
                </c:pt>
                <c:pt idx="29">
                  <c:v>96.12</c:v>
                </c:pt>
                <c:pt idx="30">
                  <c:v>95.99</c:v>
                </c:pt>
                <c:pt idx="31">
                  <c:v>95.86</c:v>
                </c:pt>
                <c:pt idx="32">
                  <c:v>95.73</c:v>
                </c:pt>
                <c:pt idx="33">
                  <c:v>95.6</c:v>
                </c:pt>
                <c:pt idx="34">
                  <c:v>95.47</c:v>
                </c:pt>
                <c:pt idx="35">
                  <c:v>95.34</c:v>
                </c:pt>
                <c:pt idx="36">
                  <c:v>95.21</c:v>
                </c:pt>
                <c:pt idx="37">
                  <c:v>95.08</c:v>
                </c:pt>
                <c:pt idx="38">
                  <c:v>94.94</c:v>
                </c:pt>
                <c:pt idx="39">
                  <c:v>94.78</c:v>
                </c:pt>
                <c:pt idx="40">
                  <c:v>94.62</c:v>
                </c:pt>
                <c:pt idx="41">
                  <c:v>94.46</c:v>
                </c:pt>
                <c:pt idx="42">
                  <c:v>94.3</c:v>
                </c:pt>
                <c:pt idx="43">
                  <c:v>94.14</c:v>
                </c:pt>
                <c:pt idx="44">
                  <c:v>93.98</c:v>
                </c:pt>
                <c:pt idx="45">
                  <c:v>93.82</c:v>
                </c:pt>
                <c:pt idx="46">
                  <c:v>93.66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183-FA42-99FB-1CE8614899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35 °C</c:v>
                </c:pt>
              </c:strCache>
            </c:strRef>
          </c:tx>
          <c:spPr>
            <a:ln w="25400" cap="flat">
              <a:solidFill>
                <a:srgbClr val="FF3B3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Sheet1!$A$2:$A$58</c:f>
              <c:numCache>
                <c:formatCode>General</c:formatCode>
                <c:ptCount val="5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  <c:pt idx="22">
                  <c:v>1100</c:v>
                </c:pt>
                <c:pt idx="23">
                  <c:v>1150</c:v>
                </c:pt>
                <c:pt idx="24">
                  <c:v>1200</c:v>
                </c:pt>
                <c:pt idx="25">
                  <c:v>1250</c:v>
                </c:pt>
                <c:pt idx="26">
                  <c:v>1300</c:v>
                </c:pt>
                <c:pt idx="27">
                  <c:v>1350</c:v>
                </c:pt>
                <c:pt idx="28">
                  <c:v>1400</c:v>
                </c:pt>
                <c:pt idx="29">
                  <c:v>1450</c:v>
                </c:pt>
                <c:pt idx="30">
                  <c:v>1500</c:v>
                </c:pt>
                <c:pt idx="31">
                  <c:v>1550</c:v>
                </c:pt>
                <c:pt idx="32">
                  <c:v>1600</c:v>
                </c:pt>
                <c:pt idx="33">
                  <c:v>1650</c:v>
                </c:pt>
                <c:pt idx="34">
                  <c:v>1700</c:v>
                </c:pt>
                <c:pt idx="35">
                  <c:v>1750</c:v>
                </c:pt>
                <c:pt idx="36">
                  <c:v>1800</c:v>
                </c:pt>
                <c:pt idx="37">
                  <c:v>1850</c:v>
                </c:pt>
                <c:pt idx="38">
                  <c:v>1900</c:v>
                </c:pt>
                <c:pt idx="39">
                  <c:v>1950</c:v>
                </c:pt>
                <c:pt idx="40">
                  <c:v>2000</c:v>
                </c:pt>
                <c:pt idx="41">
                  <c:v>2050</c:v>
                </c:pt>
                <c:pt idx="42">
                  <c:v>2100</c:v>
                </c:pt>
                <c:pt idx="43">
                  <c:v>2150</c:v>
                </c:pt>
                <c:pt idx="44">
                  <c:v>2200</c:v>
                </c:pt>
                <c:pt idx="45">
                  <c:v>2250</c:v>
                </c:pt>
                <c:pt idx="46">
                  <c:v>2300</c:v>
                </c:pt>
                <c:pt idx="47">
                  <c:v>2350</c:v>
                </c:pt>
                <c:pt idx="48">
                  <c:v>2400</c:v>
                </c:pt>
                <c:pt idx="49">
                  <c:v>2450</c:v>
                </c:pt>
                <c:pt idx="50">
                  <c:v>2500</c:v>
                </c:pt>
                <c:pt idx="51">
                  <c:v>2550</c:v>
                </c:pt>
                <c:pt idx="52">
                  <c:v>2600</c:v>
                </c:pt>
                <c:pt idx="53">
                  <c:v>2650</c:v>
                </c:pt>
                <c:pt idx="54">
                  <c:v>2700</c:v>
                </c:pt>
                <c:pt idx="55">
                  <c:v>2750</c:v>
                </c:pt>
                <c:pt idx="56">
                  <c:v>2800</c:v>
                </c:pt>
              </c:numCache>
            </c:numRef>
          </c:xVal>
          <c:yVal>
            <c:numRef>
              <c:f>Sheet1!$D$2:$D$58</c:f>
              <c:numCache>
                <c:formatCode>General</c:formatCode>
                <c:ptCount val="57"/>
                <c:pt idx="0">
                  <c:v>100</c:v>
                </c:pt>
                <c:pt idx="1">
                  <c:v>99.3</c:v>
                </c:pt>
                <c:pt idx="2">
                  <c:v>98.6</c:v>
                </c:pt>
                <c:pt idx="3">
                  <c:v>97.9</c:v>
                </c:pt>
                <c:pt idx="4">
                  <c:v>97.2</c:v>
                </c:pt>
                <c:pt idx="5">
                  <c:v>96.5</c:v>
                </c:pt>
                <c:pt idx="6">
                  <c:v>96.17</c:v>
                </c:pt>
                <c:pt idx="7">
                  <c:v>95.85</c:v>
                </c:pt>
                <c:pt idx="8">
                  <c:v>95.52</c:v>
                </c:pt>
                <c:pt idx="9">
                  <c:v>95.2</c:v>
                </c:pt>
                <c:pt idx="10">
                  <c:v>94.92</c:v>
                </c:pt>
                <c:pt idx="11">
                  <c:v>94.71</c:v>
                </c:pt>
                <c:pt idx="12">
                  <c:v>94.5</c:v>
                </c:pt>
                <c:pt idx="13">
                  <c:v>94.29</c:v>
                </c:pt>
                <c:pt idx="14">
                  <c:v>94.08</c:v>
                </c:pt>
                <c:pt idx="15">
                  <c:v>93.82</c:v>
                </c:pt>
                <c:pt idx="16">
                  <c:v>93.51</c:v>
                </c:pt>
                <c:pt idx="17">
                  <c:v>93.21</c:v>
                </c:pt>
                <c:pt idx="18">
                  <c:v>92.9</c:v>
                </c:pt>
                <c:pt idx="19">
                  <c:v>92.6</c:v>
                </c:pt>
                <c:pt idx="20">
                  <c:v>92.43</c:v>
                </c:pt>
                <c:pt idx="21">
                  <c:v>92.25</c:v>
                </c:pt>
                <c:pt idx="22">
                  <c:v>92.08</c:v>
                </c:pt>
                <c:pt idx="23">
                  <c:v>91.9</c:v>
                </c:pt>
                <c:pt idx="24">
                  <c:v>91.73</c:v>
                </c:pt>
                <c:pt idx="25">
                  <c:v>91.57</c:v>
                </c:pt>
                <c:pt idx="26">
                  <c:v>91.4</c:v>
                </c:pt>
                <c:pt idx="27">
                  <c:v>91.23</c:v>
                </c:pt>
                <c:pt idx="28">
                  <c:v>91.07</c:v>
                </c:pt>
                <c:pt idx="29">
                  <c:v>90.93</c:v>
                </c:pt>
                <c:pt idx="30">
                  <c:v>90.83</c:v>
                </c:pt>
                <c:pt idx="31">
                  <c:v>90.72</c:v>
                </c:pt>
                <c:pt idx="32">
                  <c:v>90.61</c:v>
                </c:pt>
                <c:pt idx="33">
                  <c:v>90.5</c:v>
                </c:pt>
                <c:pt idx="34">
                  <c:v>90.3</c:v>
                </c:pt>
                <c:pt idx="35">
                  <c:v>90.11</c:v>
                </c:pt>
                <c:pt idx="36">
                  <c:v>89.91</c:v>
                </c:pt>
                <c:pt idx="37">
                  <c:v>89.72</c:v>
                </c:pt>
                <c:pt idx="38">
                  <c:v>89.53</c:v>
                </c:pt>
                <c:pt idx="39">
                  <c:v>89.35</c:v>
                </c:pt>
                <c:pt idx="40">
                  <c:v>89.16</c:v>
                </c:pt>
                <c:pt idx="41">
                  <c:v>88.98</c:v>
                </c:pt>
                <c:pt idx="42">
                  <c:v>88.8</c:v>
                </c:pt>
                <c:pt idx="43">
                  <c:v>88.65</c:v>
                </c:pt>
                <c:pt idx="44">
                  <c:v>88.51</c:v>
                </c:pt>
                <c:pt idx="45">
                  <c:v>88.36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183-FA42-99FB-1CE8614899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0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6868B"/>
                    </a:solidFill>
                    <a:latin typeface="Microsoft JhengHei"/>
                  </a:defRPr>
                </a:pPr>
                <a:r>
                  <a:rPr lang="zh-TW" altLang="en-US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等效完整循環次數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D2D2D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crossBetween val="midCat"/>
        <c:majorUnit val="500"/>
      </c:val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5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6868B"/>
                    </a:solidFill>
                    <a:latin typeface="Microsoft JhengHei"/>
                  </a:defRPr>
                </a:pPr>
                <a:r>
                  <a:rPr lang="zh-TW" altLang="en-US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剩餘容量 </a:t>
                </a:r>
                <a:r>
                  <a:rPr lang="en-US" altLang="zh-TW" sz="1000" b="0" i="0" u="none" strike="noStrike">
                    <a:solidFill>
                      <a:srgbClr val="86868B"/>
                    </a:solidFill>
                    <a:latin typeface="Microsoft JhengHei"/>
                  </a:rPr>
                  <a:t>(%)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D2D2D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E6E73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52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大家好，我們是第三組，報告電動車科技第三章「動力電池之電池管理系統」，也就是 BMS。
我們的做法是以課本為骨架，再用最新的資料與實測數據查證和更新。所以每一頁都會看到三件事：課本怎麼說、現在的實際情況、以及這對電池管理代表什麼。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這是本章的五節。最後會再延伸 2026 年的最新發展。
每一頁右上角都有標籤：「課本」代表課本內容仍然正確；「更新」代表課本寫的是過去的情況，我們補上現況；「修正」代表課本有錯誤或無法查證，我們改用有出處的資料；「延伸」是課本之外的補充。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第一節先看 BMS 存在的理由：一顆電池包裡有幾千顆電芯，每一顆都要被管理。接著看課本列出的七大功能，以及 BMS 的硬體組成。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課本用 Tesla 當例子：一個 85 kWh、約 400 伏的電池包，裡面有 7,104 顆電芯。美國愛達荷國家實驗室的測試報告也確認了這個數字，而且寫得更細：電芯是 18650、鎳鈷鋁三元，分成 16 個模組，每個模組是 74 顆並聯成一組、6 組串聯。
算一下：16 乘 6，就是 96 串。這裡有個重點：並聯的 74 顆電壓相同，所以 BMS 其實是監測 96 個串聯單元，而不是逐一量七千多顆。
為什麼要管？因為每一串都只能在很窄的電壓範圍內工作，而串聯時整包能用多少電，是由最弱的那一串決定。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課本列出 BMS 的七大功能：數據監控及採集、能量管理、狀態估算、溫度管理、數據處理與通訊、數據顯示、安全管理。
七項很多，但其實可以歸成四件事：
監測，是感知每串電芯的電壓、電流、溫度。
估算，是算出 SOC 和 SOH，並顯示給駕駛。
控制，包括能量管理、溫度管理、安全管理：防止過充過放、平衡電芯、控制冷卻，危險時自動切斷。
通訊，是透過 CAN 把資料送給車輛控制電腦。
課本的結論是：BMS 的目的是確保安全、發揮效能、延長壽命。後面四節，就是把這四件事分別展開。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一套典型的分散式 BMS 由三大塊組成。
左邊是從板 CMU，每個模組一塊，核心是 AFE 類比前端晶片，負責同步量測十幾顆電芯的電壓和溫度，也負責執行平衡。
中間是主板 BMU，有車規微控制器，收集所有從板的資料，跑 SOC 等演算法、做保護決策，並對外通訊。從板和主板之間傳統上用菊鏈連接，現在已經有無線方案。
右邊是高壓盒 BJB，裡面有主繼電器、預充電路、保險絲、電流感測和絕緣監測。
預充電路常考：逆變器直流側有很大的電容，如果主繼電器直接接通，瞬間湧浪電流會把接點熔焊。所以先經過預充電阻慢慢充，電容電壓到電池電壓約九成以上，才閉合主繼電器。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BMS 有三種架構。
集中式是一塊板直接接到所有電芯，便宜簡單，但採樣線又多又長，串數一多就不實際，所以多用在電動機車或小型儲能。
分散式也叫主從式，每個模組一塊從板，再由主板統籌。線束短、容易擴充，是目前乘用車的主流。
模組化是多個功能相近的控制單元分工協調，彈性最高，常見於大型商用車和儲能系統。
另外補充功能安全：BMS 一旦失效可能造成熱失控或行駛中斷電，所以開發要依 ISO 26262。這個標準分 ASIL A 到 D，D 最嚴格，BMS 的過充、過溫保護通常要求 C 到 D 級，代表量測要有冗餘、MCU 要能自我診斷。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第二節是溫度管理。先看溫度管理管哪些東西，再看電池最適合的溫度，用真實數據看溫度的影響，接著是最危險的熱失控，最後是冷卻與加熱的方法。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課本把溫度管理分成廣義和狹義。廣義的溫度管理，除了電池，還包括馬達和變頻器，因為「三電」長時間高負荷都會累積熱量；狹義則只指動力電池的高低溫偵測與控制。
右邊是課本的實車數據：Lexus RX450h 的電池有 6 個溫度感測器，讀值從 27.0 到 29.5 度，最大溫差 2.5 度，符合課本說的「各電芯溫差小於 5 度」。
這些感測器通常是 NTC 熱敏電阻，反應快；每個模組大約 1 到 4 個溫度點，放在進出風口、電池包中心這些溫差最大的地方。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鋰電池最舒服的溫度是多少？下面列了四個數字，它們描述的對象不同：課本 3-6、3-7 頁的 20 到 40 度，是以 18650 電芯為例的最佳工作溫度；3-8 頁的 10 到 35 度，是電池包溫控系統的控制目標；2018 年被大量引用的回顧論文寫 15 到 35 度，2025 年的回顧論文仍然採用，並指出超過 35 度 SEI 膜會劣化；最右邊則是單一產品的規格書。
不同電池、不同情境，數字會有差異，但大致落在 15 到 40 度之間。我們以文獻的 15 到 35 度作為通用說法。
低於 0 度時內阻上升，大電流充電容易析鋰，造成永久損傷；高於 35 度老化加速；超過約 80 度，SEI 膜開始分解，可能進入熱失控。
實際產品也反映這點：Panasonic NCR18650B 規格書規定充電只能在 10 到 45 度，放電卻可以到零下 20 度。低溫充電的限制嚴格得多，正是因為析鋰。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這頁用兩組真實數據來說明溫度的影響。
左圖來自 Panasonic NCR18650B 的官方規格書，是同一顆電池在不同溫度下以 3.25 安培放電的曲線。溫度越低，電壓越低、能放出的電也越少。25 度大約能放出 3,280 mAh，零下 20 度只剩約 2,590 mAh，約八成。這就是冬天電動車續航變短的原因。
右圖來自美國 Sandia 國家實驗室 2020 年發表的研究，是磷酸鐵鋰 18650 電芯在 15、25、35 度下反覆充放電的容量變化。35 度的電芯老化明顯較快，循環約 2,300 次後只剩約 88%，25 度還有約 94%。
但要注意，溫度效應和電池材料有關。同一篇研究發現，三元 NMC 電芯反而在 35 度衰退較慢，文獻指出 NMC 的最低衰退點大約在 35 度，更低溫時析鋰才是主要老化原因。同一團隊 2023 年的後續研究也證實：NMC 電芯在 15 度出現析鋰、到 35 度轉為 SEI 生長，NCA 則對溫度依賴很弱，作者特別提醒不要對溫度效應做籠統概括。所以 BMS 的溫度策略必須依電池化學系設計。
兩張圖都是依原圖讀取數值後重畫，來源標在圖下方。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熱失控是一連串放熱反應互相加速的過程。大約 80 到 120 度，負極的 SEI 膜分解放熱；約 130 度以上，隔膜熔化，正負極接觸造成內短路；約 180 度以上，正極分解釋放氧氣，和電解液劇烈反應；最後起火噴發，並傳給旁邊的電芯，這就是熱擴散。這些溫度是約略值，依材料和 SOC 而不同。
課本的說法是：超過 100 度有危險，140 度會燃燒甚至爆炸；三元鋰大約 200 度、磷酸鐵鋰 500 度以上才熱失控。
2025 年的研究方向一致：磷酸鐵鋰的結構較能抑制氧氣釋放，所以熱失控起始溫度較高、峰值較低。不過「500 度以上」這個數字我們找不到出處，所以只採用「磷酸鐵鋰較耐熱」這個結論。
課本也列出常見原因：過度充電、瞬間大電流充電、不當加熱、正負極接觸短路、外部壓力。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課本介紹了五種冷卻系統。
一、直接空氣冷卻：把空調的冷風用鼓風機送進電池板。
二、直接冷卻：把蒸發器直接裝在電池內部，冷媒在電池裡吸熱，降溫最快。
三、散熱器冷卻：電池有自己的水箱和水泵，還附加熱器，太冷時可以保溫。
四、直接冷卻水冷卻：用空調去冷卻一個電池冷卻器，再用冷卻水循環到電池。
五、空氣／水混合：前方散熱水箱和空調冷卻器兩路並用。
課本說氣冷是目前使用最廣的方式，但這已經過時了。2026 年的專利分析顯示，液冷才是主流，而且正朝浸沒式發展。課本自己也說，效率最佳的是主動式液冷。
加熱方面，課本提到 PTC 和熱泵兩種：PTC 簡單便宜但耗電，熱泵吸收空氣中的熱量再搬過去，更省電，現在已逐漸取代 PTC。未來的方向則是用 AI 預測溫升，在過熱前就先調整冷卻。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第三節是電池平衡。先看為什麼電芯會不一致，再比較被動和主動兩種平衡方式，最後用課本的 Camry 例子，看電壓監測從以前到現在怎麼演進。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這一頁講為什麼需要平衡。
左邊是八串電芯的電量，第四串（橘色）電量最少。放電時，這一串最先放空，整包就必須停止放電，否則它會被過放。這時候其他電芯明明還有電，也就是淺藍色的部分，卻用不到。所以電量不一致，整包就只能用到最少的那一串。
為什麼會不一致？課本列了五個原因，可以分成兩類。第一類是出廠就不同：每顆電芯的容量、內阻本來就有差異。第二類是使用中慢慢拉開：電池組內溫度不均勻、每顆的自放電率不同、承受的負載不同。其中熱梯度不均，正好呼應上一節的溫度管理。
所以要平衡，目的有兩個：讓整包能用的電更多，也避免個別電芯被過充或過放，讓每一串都活得更久、更安全。下一頁看平衡怎麼做。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平衡有兩大類。被動式是把電量太高的電芯，透過電阻把多的電燒掉；主動式是把電搬到電量少的電芯。
課本表 3-1 比較了三種：被動式平衡電流約 200 毫安、只能在充電時運作、效率 0%、成本低；主動式電容型約 1 安培、效率約 90%；電感型約 10 安培、效率約 95%，但控制最複雜、成本最高。主動式還有單獨充電和變壓器式等方法。
課本認為被動式「現今動力電池多不採用」，電感式是未來主流。但業界現況不太一樣：德州儀器的技術文件指出，被動平衡因為簡單、成本低，反而是更普及的做法；而且現在電芯製造和分選進步很多，一致性很好，只要用小電流頻繁平衡就夠了。主動平衡的優勢，在大型儲能這類差異大的系統才比較明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這一頁用課本的例子，看 BMS 的電壓監測怎麼演進。
以前：課本以 Toyota Camry HV 為例，2012 到 2019 年的車款用 34 片鎳氫電池模組，每片 6 顆、共 7.2 伏。BMS 把兩個模組編成一組互相比對，壓差超過 0.3 伏就報故障碼。問題是，它只知道哪一「對」異常，不知道是哪一片壞了，要把兩片都拆下來量才能確定。
現在：鋰電池 BMS 是逐串監測。以 ADI 的 LTC6804 監測晶片為例，一顆晶片可以量 12 串，總誤差小於 1.2 毫伏。哪一串有問題，直接就能指出來。
下一步：用 AI 分析即時數據，預測哪一串會先失衡，在問題出現之前就決定平衡的時機和能量分配。
從比對模組，到看見每一串，再到預測未來，這就是 BMS 管理精細度的演進。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第四節是電量估算。SOC 就像油量表，但它不能直接量，只能用電壓、電流等資料推算。我們會介紹課本的估算方法，以及現在的新技術。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3-4 電量估算。先認識三個看不見的數字。
SOC 是荷電狀態，就像油量表，代表剩下多少電。
SOH 是健康狀態，像體檢報告，常用目前最大容量除以額定容量來算，一般掉到大約 80% 就視為車用壽命終點，之後可以轉去做儲能。
SOP 是功率狀態，代表此刻最多能輸出或回充多少功率。
這三個都不能直接量，只能用端電壓、電流、內阻去推估。而估算準不準，會受到放電電流、溫度、電芯一致性、自放電和容量衰減影響。
另外，為了避免過充過放，電池不會真的讓你用滿 0 到 100%，而是只開放中間一段，例如 10% 到 95%。儀表上顯示的 0 到 100%，其實是這段區間換算後的結果。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的估算方法有四種基本方法。
開路電壓法：電池靜置後量無負載的電壓，再對照課本圖 3-24 這種 OCV 和 SOC 的曲線。靜置時很準，但要等很久；磷酸鐵鋰中段電壓很平，更難用。實務上用來在停車後校正。
安時積分法：把流進流出的電流對時間積分。簡單即時，是 BMS 的基礎，但電流感測的小誤差會一直累積，也很依賴初始值。
電池內阻法：量內阻推估狀態。因為中段 SOC 內阻變化不明顯、又受溫度影響大，較常用來評估老化，也就是 SOH。
類神經網路法：從資料學習，擅長非線性，但需要大量資料、結果不容易解釋。
這四種各有盲點，所以下一頁的卡爾曼濾波，就是把安時積分和電壓量測結合起來。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卡爾曼濾波可以理解成三個步驟不斷循環。
第一步預測：用安時積分和等效電路模型，推算這一刻的 SOC，以及在這個 SOC 下端電壓「應該」是多少。
第二步量測：讀取實際的端電壓，和預測值相比，算出誤差。
第三步修正：根據誤差大小，以及「模型」和「感測器」各自有多可信，決定要修正多少，更新 SOC。
這樣每個取樣週期都重來一次，就同時擁有安時積分的即時性，又能用電壓回饋把累積誤差拉回來。因為電池是非線性的，所以用的是擴展卡爾曼濾波 EKF。延伸方法還有 UKF、粒子濾波，以及同時估計模型參數的雙卡爾曼濾波。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技術面，SOC 估算有四個前沿方向。
物理資訊神經網路 PINN：純數據 AI 可能算出違反物理常理的結果，在極端溫度下也容易失準。PINN 把電化學方程式當作約束放進訓練，兼顧準確度與可解釋性。
雲端數位孿生：車輛透過車聯網把電池數據上傳雲端，為每顆電池建立虛擬分身，結合整個生命週期的歷史資料預測 SOH 和異常，再把更新後的參數下傳給車上的 BMS。
晶片級邊緣 AI：新一代 BMS 主控晶片開始內建 AI 運算單元，讓輕量化的 LSTM 或 Transformer 模型直接在車上執行，不需要依賴雲端。
車載阻抗頻譜 EIS：過去量阻抗需要把電池拆下來用實驗室儀器，現在可以在行駛中注入小訊號量測，看見析鋰等內部變化。NXP 已經推出內建 EIS 的 BMS 晶片組。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數位孿生，是用電腦建立一個和真實電池同步的虛擬模型。
流程是：真實電池運作時，感測器把電壓、電流、溫度即時上傳；雲端的虛擬模型同步重現電池狀態；再由 AI 分析和預測電池未來的老化與異常；最後把最佳化的控制策略回饋給車上的 BMS。這個過程不斷循環，真實和虛擬互相校正。
它的價值在於，不需要拆解電池，就能預測健康狀態、提早發現異常，安排預防性維護。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第五節是通訊。BMS 算出來的資料，要送給整車控制器、充電樁，甚至雲端。先看傳統的 CAN，再看現在的架構升級。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電池通訊系統。BMS 的通訊可以分成三層，像這張由內到外的圖。
最內層是電池包內部，從板和主板之間。因為各從板所在的電位不同，彼此可能差好幾百伏，所以通訊一定要電氣隔離。常見做法是菊鏈，把從板一塊接一塊串起來，例如 isoSPI 介面。很多設計會做成環形，某處斷線時資料還能從另一端傳回來。
中間層是整車網路，主要用 CAN 匯流排，和整車控制器、馬達控制器、熱管理系統交換 SOC、SOP 和故障狀態。
最外層是對外，包括快充時和充電樁協商，以及透過車載通訊模組把資料上傳雲端。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整車網路的主角是 CAN 匯流排，它有四個特點：多主架構，任何節點都能發送；以訊息為導向，訊息 ID 同時代表優先權，同時發送時用逐位元仲裁，高優先權的不會被破壞；差動雙線，抗干擾強；還有完整的錯誤處理機制。
但 CAN 最高只有 1 Mbit/s，新一代 CAN FD 提高到數 Mbit/s，而車載乙太網路是 100 Mbit/s 到 10 Gbit/s，差了好幾個數量級，這也是後面會講的架構升級原因。
另外一個重點：直流快充時，實際決定充電電流的是 BMS，不是充電樁。BMS 依照當下 SOC、溫度和電芯電壓，即時告訴充電樁要多少電壓電流。不同標準通訊方式不同：CHAdeMO 和中國 GB/T 用 CAN，歐美的 CCS 用電力線載波，高階協定是 ISO 15118。
BMS 偵測到異常時會存下診斷故障碼 DTC，方便維修。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的最後，看通訊架構的三個升級方向。
第一，無線 BMS。依 ADI 公布的資料，取消從板和主板之間的線束，最多可減少 90% 的電池包線束、15% 的體積，減輕重量、增加空間，也避免線束老化和震動造成的短路風險。它由 ADI 開發，GM Ultium 平台率先量產。
第二，車載乙太網路。CAN 最高只有 1 Mbit/s，已經跟不上軟體定義汽車的龐大資料量；乙太網路提供 100 Mbit/s 到 10 Gbit/s 的頻寬。
第三，區域化電子電氣架構。從過去每個功能一個 ECU、用 CAN 串起來的分散式架構，轉向由中央電腦搭配幾個區域控制器，整車線束大幅縮短，也讓 OTA 軟體更新更快。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最後延伸到課本之外，看 2026 年的法規怎麼改變 BMS 的角色。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 2026 年的最新發展，先看法規。
中國強制性國標 GB 38031-2025，今年 7 月 1 日起對新申請的車型實施，被稱為史上最嚴的電池安全令。最大改變是熱擴散測試：舊版只要求起火、爆炸前 5 分鐘發出警報，讓乘員有時間逃生；新版直接要求不起火、不爆炸，而且仍要警報、煙氣不能傷害乘員。另外新增底部撞擊測試，以及快充 300 次後的外部短路測試。已經上市的車型則是明年 7 月起適用。
這代表 BMS 的角色從「提早警告」變成要和熱管理、隔熱材料、結構設計一起「把事故擋在電池包裡」。
右邊是歐盟電池護照，2027 年 2 月 18 日起，在歐盟銷售的每一顆電動車電池都要附 QR code 電子紀錄，包含成分、碳足跡、容量和健康狀態 SOH。也就是說，BMS 算出來的 SOH 會變成二手車交易和電池再利用時具法規效力的資料。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總結一下。
課本告訴我們 BMS 要監測、估算、控制、通訊，管好溫度、平衡、電量和通訊。對照現在的發展，可以看到三個轉變：
監測，從 Camry 那樣兩兩比對模組，進步到看見每一串，甚至用 AI 預測。
安全，從提早警告，進步到新國標要求的不起火、不爆炸。
資料，從只在車內流動，擴展到無線、雲端和電池護照。
所以一句話：BMS 已經從一塊保護電路板，變成電池的資料中樞。報告到這裡，謝謝大家。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這是本報告的參考資料，2026 年的新法規與新技術都附上來源，完整網址請見書面報告。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kern="0" spc="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電動車科技　第三章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動力電池之</a:t>
            </a:r>
            <a:endParaRPr lang="en-US" sz="5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電池管理系統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從課本，到 2026 年的 BMS。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第三組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楊政穎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5788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c113183206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張天翰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200400" y="5788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c112142235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張翊詮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577840" y="5788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c113142234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蔡博彥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955280" y="5788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c113142225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本章架構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34286" cy="0"/>
          </a:xfrm>
          <a:prstGeom prst="line">
            <a:avLst/>
          </a:prstGeom>
          <a:noFill/>
          <a:ln w="15875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834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834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電池管理系統概述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6432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 BMS，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它做哪些事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31566" y="1920240"/>
            <a:ext cx="1834286" cy="0"/>
          </a:xfrm>
          <a:prstGeom prst="line">
            <a:avLst/>
          </a:prstGeom>
          <a:noFill/>
          <a:ln w="15875">
            <a:solidFill>
              <a:srgbClr val="1D1D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1566" y="2103120"/>
            <a:ext cx="1834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931566" y="2971800"/>
            <a:ext cx="1834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溫度管理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31566" y="3456432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太熱與太冷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40173" y="1920240"/>
            <a:ext cx="1834286" cy="0"/>
          </a:xfrm>
          <a:prstGeom prst="line">
            <a:avLst/>
          </a:prstGeom>
          <a:noFill/>
          <a:ln w="15875">
            <a:solidFill>
              <a:srgbClr val="1D1D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0173" y="2103120"/>
            <a:ext cx="1834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040173" y="2971800"/>
            <a:ext cx="1834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電池平衡管理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040173" y="3456432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讓每一串電芯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保持一致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48779" y="1920240"/>
            <a:ext cx="1834286" cy="0"/>
          </a:xfrm>
          <a:prstGeom prst="line">
            <a:avLst/>
          </a:prstGeom>
          <a:noFill/>
          <a:ln w="15875">
            <a:solidFill>
              <a:srgbClr val="1D1D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48779" y="2103120"/>
            <a:ext cx="1834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48779" y="2971800"/>
            <a:ext cx="1834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動力電池電量估算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148779" y="3456432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看不見的 SOC，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如何算出來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57386" y="1920240"/>
            <a:ext cx="1834286" cy="0"/>
          </a:xfrm>
          <a:prstGeom prst="line">
            <a:avLst/>
          </a:prstGeom>
          <a:noFill/>
          <a:ln w="15875">
            <a:solidFill>
              <a:srgbClr val="1D1D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7386" y="2103120"/>
            <a:ext cx="1834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257386" y="2971800"/>
            <a:ext cx="1834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電池通訊系統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57386" y="3456432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資料如何送到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整車與車外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572000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43000" y="4754880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閱讀方式：每頁右上角標示內容來源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523036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43000" y="52623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801368" y="52303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課本內容，仍然正確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523036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49040" y="52623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407408" y="52303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課本寫的是過去，這裡補上現況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523036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FFF1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52623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4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52303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課本有誤或無法查證，改用有出處的資料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61120" y="523036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0" y="52623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19488" y="52303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課本之外的補充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電池管理系統概述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為什麼一顆電池包，需要一個大腦？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一顆電池包有多少電芯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7304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730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37304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的七大功能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51648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5164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51648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硬體組成與系統架構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　電池管理系統概述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7,104 顆電芯，綁成一顆電池。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0696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40696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6459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7,104</a:t>
            </a:r>
            <a:endParaRPr lang="en-US" sz="1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顆 18650 電芯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Tesla Model S 85 kWh 電池包，約 400 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個模組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95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串聯組成電池包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743200"/>
            <a:ext cx="0" cy="201168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58368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串 × 74 並</a:t>
            </a: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每個模組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38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 顆並聯成一組，6 組串聯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886200"/>
            <a:ext cx="0" cy="201168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5836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</a:t>
            </a: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串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681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× 6 ＝ 96 個串聯單元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50468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所以是「逐串」監測　</a:t>
            </a: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並聯的 74 顆電壓相同，BMS 監測的是 96 個串聯單元，而不是逐一量測 7,104 顆。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資料：課本 3-2 頁；Idaho National Laboratory, 2014 Tesla Model S 85 kWh 測試報告（2016）。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　電池管理系統概述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課本的七大功能，其實是四件事。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23614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5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數據監控及採集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2269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感知各電芯的電壓、電流、溫度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21558" y="1828800"/>
            <a:ext cx="0" cy="33832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8718" y="1783080"/>
            <a:ext cx="23614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5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458718" y="292608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狀態估算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　數據顯示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8718" y="4160520"/>
            <a:ext cx="2269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 SOC、SOH，顯示給駕駛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57316" y="1828800"/>
            <a:ext cx="0" cy="33832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4476" y="1783080"/>
            <a:ext cx="23614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54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292608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能量管理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溫度管理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　安全管理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4160520"/>
            <a:ext cx="2269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防過充過放、平衡電芯、控制冷卻、危險時切斷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3074" y="1828800"/>
            <a:ext cx="0" cy="33832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30234" y="1783080"/>
            <a:ext cx="23614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5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8730234" y="292608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　數據處理與通訊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30234" y="4160520"/>
            <a:ext cx="2269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CAN 把資料送到車輛控制電腦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440680"/>
            <a:ext cx="10543032" cy="640080"/>
          </a:xfrm>
          <a:prstGeom prst="roundRect">
            <a:avLst>
              <a:gd name="adj" fmla="val 17143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5623560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的目的　</a:t>
            </a: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確保電能使用的安全、發揮電池的效能、延長動力電池的壽命。（課本 3-2 頁）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　硬體組成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從每一顆電芯，到整部車。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04488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9659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從板 CMU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量測・平衡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15468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08176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64792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1408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78024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91256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7872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04488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1104" y="33375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15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從板 CMU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量測・平衡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52628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1560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08176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64792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21408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78024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0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91256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7872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04488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61104" y="4709160"/>
            <a:ext cx="256032" cy="50292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從板 CMU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926080" y="5349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量測・平衡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943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電池模組 × 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3840480"/>
            <a:ext cx="879368" cy="0"/>
          </a:xfrm>
          <a:prstGeom prst="line">
            <a:avLst/>
          </a:prstGeom>
          <a:noFill/>
          <a:ln w="19050">
            <a:solidFill>
              <a:srgbClr val="86868B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菊鏈／無線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2788920"/>
            <a:ext cx="2834640" cy="2103120"/>
          </a:xfrm>
          <a:prstGeom prst="roundRect">
            <a:avLst>
              <a:gd name="adj" fmla="val 8696"/>
            </a:avLst>
          </a:prstGeom>
          <a:solidFill>
            <a:srgbClr val="1D1D1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主板 BMU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6217920" y="3611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2D2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SOC・SOH・SOP 估算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2D2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保護決策與故障診斷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2D2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平衡與熱管理指令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 flipV="1">
            <a:off x="8950432" y="2560320"/>
            <a:ext cx="650768" cy="457200"/>
          </a:xfrm>
          <a:prstGeom prst="line">
            <a:avLst/>
          </a:prstGeom>
          <a:noFill/>
          <a:ln w="19050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869680" y="4526280"/>
            <a:ext cx="731520" cy="594360"/>
          </a:xfrm>
          <a:prstGeom prst="line">
            <a:avLst/>
          </a:prstGeom>
          <a:noFill/>
          <a:ln w="19050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692640" y="1783080"/>
            <a:ext cx="1673352" cy="2331720"/>
          </a:xfrm>
          <a:prstGeom prst="roundRect">
            <a:avLst>
              <a:gd name="adj" fmla="val 8197"/>
            </a:avLst>
          </a:prstGeom>
          <a:solidFill>
            <a:srgbClr val="F5F5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8755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高壓盒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BJB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9875520" y="26060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主繼電器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預充電路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保險絲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電流感測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絕緣監測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4343400"/>
            <a:ext cx="1673352" cy="160020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87552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整車 VCU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9875520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充電樁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87552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 通訊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943600" y="5257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預充電路：先經電阻對逆變器電容充電</a:t>
            </a: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避免繼電器接點被湧浪電流熔焊</a:t>
            </a: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3-1　系統架構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三種架構，三種取捨。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3246120" cy="18288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2034540" y="201168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371600" y="2377440"/>
            <a:ext cx="1074420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5064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792224" y="2377440"/>
            <a:ext cx="653796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212848" y="2377440"/>
            <a:ext cx="233172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46020" y="2377440"/>
            <a:ext cx="187452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6936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6020" y="2377440"/>
            <a:ext cx="608076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017520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6020" y="2377440"/>
            <a:ext cx="1028700" cy="6400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251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一塊板管全部電芯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元件少、成本低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29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採樣線束長，擴充性差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94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電動機車、小型儲能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98848" y="1783080"/>
            <a:ext cx="3246120" cy="18288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0428" y="19659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26060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6868B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1908" y="2295144"/>
            <a:ext cx="0" cy="1828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26060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6868B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1908" y="2295144"/>
            <a:ext cx="0" cy="1828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79008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4184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93408" y="26060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6868B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1908" y="2295144"/>
            <a:ext cx="0" cy="18288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04304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9480" y="306324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84648" y="2478024"/>
            <a:ext cx="1920240" cy="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84648" y="2478024"/>
            <a:ext cx="0" cy="128016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4768" y="2478024"/>
            <a:ext cx="0" cy="128016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04888" y="2478024"/>
            <a:ext cx="0" cy="128016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98848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分散式（主從式）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4498848" y="4251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每模組一塊從板，由主板統籌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498848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線束短、容易擴充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498848" y="5029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板子多，通訊較複雜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498848" y="5394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目前乘用車主流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174736" y="1783080"/>
            <a:ext cx="3246120" cy="18288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/>
        </p:spPr>
      </p:sp>
      <p:sp>
        <p:nvSpPr>
          <p:cNvPr id="53" name="Shape 51"/>
          <p:cNvSpPr/>
          <p:nvPr/>
        </p:nvSpPr>
        <p:spPr>
          <a:xfrm>
            <a:off x="8449056" y="224028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/>
        </p:spPr>
      </p:sp>
      <p:sp>
        <p:nvSpPr>
          <p:cNvPr id="54" name="Shape 52"/>
          <p:cNvSpPr/>
          <p:nvPr/>
        </p:nvSpPr>
        <p:spPr>
          <a:xfrm>
            <a:off x="8494776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59952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5128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09176" y="224028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/>
        </p:spPr>
      </p:sp>
      <p:sp>
        <p:nvSpPr>
          <p:cNvPr id="58" name="Shape 56"/>
          <p:cNvSpPr/>
          <p:nvPr/>
        </p:nvSpPr>
        <p:spPr>
          <a:xfrm>
            <a:off x="9454896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20072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85248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69296" y="224028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415016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80192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945368" y="2971800"/>
            <a:ext cx="201168" cy="3200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72016" y="2423160"/>
            <a:ext cx="137160" cy="0"/>
          </a:xfrm>
          <a:prstGeom prst="line">
            <a:avLst/>
          </a:prstGeom>
          <a:noFill/>
          <a:ln w="12700">
            <a:solidFill>
              <a:srgbClr val="8686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32136" y="2423160"/>
            <a:ext cx="137160" cy="0"/>
          </a:xfrm>
          <a:prstGeom prst="line">
            <a:avLst/>
          </a:prstGeom>
          <a:noFill/>
          <a:ln w="12700">
            <a:solidFill>
              <a:srgbClr val="86868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174736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8174736" y="4251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多個控制單元分工協調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174736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彈性高、平台可重用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174736" y="5029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缺點　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協調與驗證複雜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8174736" y="5394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大型商用車、儲能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2960" y="58978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2960" y="603504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功能安全：BMS 須依 ISO 26262 開發，關鍵保護功能通常要求 ASIL C 至 D 級（D 最嚴格）。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溫度管理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電池最怕的，是太熱和太冷。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溫度管理的範圍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458718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871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8718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最佳溫度區間與實測數據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4476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4476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4476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熱失控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730234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3023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30234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冷卻與加熱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　溫度管理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溫度管理，不只管電池。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 ＋ 馬達 ＋ 變頻器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「三電」長時間高負荷會累積熱量；車輛控制電腦也監控馬達與逆變器溫度。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狹義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動力電池的高低溫偵測與控制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感測器多用 NTC 熱敏電阻；每個模組約 1–4 個溫度點，放在進出風口、電池包中心等溫差最大處。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0" cy="39319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實車數據：Lexus RX450h 電池 6 個溫度感測器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22951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2295144"/>
            <a:ext cx="905256" cy="1828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625328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27.1 °C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27523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2752344"/>
            <a:ext cx="1152144" cy="1828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25328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27.4 °C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32095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3209544"/>
            <a:ext cx="1316736" cy="1828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25328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27.6 °C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23760" y="36667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3666744"/>
            <a:ext cx="2880360" cy="18288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25328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29.5 °C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23760" y="41239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4123944"/>
            <a:ext cx="2715768" cy="18288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25328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29.3 °C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23760" y="4581144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7223760" y="4581144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25328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27.0 °C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最大溫差 2.5 °C</a:t>
            </a: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，符合課本「溫差小於 5 °C」的要求。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資料：課本圖 3-1（診斷儀讀值）。溫度條刻度 26–30 °C。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　溫度管理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15–35 °C，鋰電池最舒服的區間。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太冷會析鋰，太熱會加速老化，甚至熱失控。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FFF1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4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1405738" cy="201168"/>
          </a:xfrm>
          <a:prstGeom prst="rect">
            <a:avLst/>
          </a:prstGeom>
          <a:solidFill>
            <a:srgbClr val="AEAEB2"/>
          </a:solidFill>
          <a:ln/>
        </p:spPr>
      </p:sp>
      <p:sp>
        <p:nvSpPr>
          <p:cNvPr id="9" name="Shape 7"/>
          <p:cNvSpPr/>
          <p:nvPr/>
        </p:nvSpPr>
        <p:spPr>
          <a:xfrm>
            <a:off x="2228698" y="2514600"/>
            <a:ext cx="1054303" cy="20116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0" name="Shape 8"/>
          <p:cNvSpPr/>
          <p:nvPr/>
        </p:nvSpPr>
        <p:spPr>
          <a:xfrm>
            <a:off x="3283001" y="2514600"/>
            <a:ext cx="1405738" cy="201168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4688738" y="2514600"/>
            <a:ext cx="3162910" cy="201168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2" name="Shape 10"/>
          <p:cNvSpPr/>
          <p:nvPr/>
        </p:nvSpPr>
        <p:spPr>
          <a:xfrm>
            <a:off x="7851648" y="2514600"/>
            <a:ext cx="3514344" cy="20116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7149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°C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25801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°C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3153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°C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9444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 °C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低於 0 °C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2735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內阻上升；大電流充電易析鋰，造成永久容量損失。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83001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15–35 °C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83001" y="327355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最佳區間，兼顧效率與壽命。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71618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高於 35 °C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71618" y="32735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副反應加速、SEI 膜增厚，老化明顯加速。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51648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高於約 80 °C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51648" y="32735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SEI </a:t>
            </a:r>
            <a:r>
              <a:rPr lang="en-US" sz="1200" dirty="0" err="1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膜開始分解</a:t>
            </a:r>
            <a:endParaRPr lang="en-US" sz="1200" dirty="0">
              <a:solidFill>
                <a:srgbClr val="6E6E73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343400"/>
            <a:ext cx="10543032" cy="1508760"/>
          </a:xfrm>
          <a:prstGeom prst="roundRect">
            <a:avLst>
              <a:gd name="adj" fmla="val 8485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43000" y="45262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3-6、3-7 頁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84632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 20–40 °C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03520"/>
            <a:ext cx="2269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18650 電芯的最佳工作溫度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778758" y="45262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3-8 頁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78758" y="484632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控制在 10–35 °C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778758" y="5303520"/>
            <a:ext cx="2269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電池包溫控系統的目標範圍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14516" y="45262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文獻（2018、2025）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14516" y="484632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 15–35 °C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14516" y="5303520"/>
            <a:ext cx="2269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鋰電池通用的最佳範圍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50274" y="45262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NCR18650B 規格書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050274" y="484632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充電 10–45 °C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050274" y="5303520"/>
            <a:ext cx="2269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放電 −20–60 °C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資料：Ma et al., Prog. Nat. Sci. 28 (2018)；J. Energy Storage (2025) 回顧；Feng et al. (2018)；Panasonic 規格書。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　溫度管理｜實測數據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 err="1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溫度，會影響什麼</a:t>
            </a: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18650 鋰電池為例：兩組數據都來自 18650 規格的電芯，但材料不同。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低溫：影響電池續航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（NCR18650B，鎳鈷鋁三元）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240280"/>
          <a:ext cx="5257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2296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−20 °C 只能放出約 2,590 mAh，約為 25 °C 的 79%。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資料：Panasonic NCR18650B 規格書，放電 3.25 A、截止 2.5 V；依原圖讀取重繪。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1783080"/>
            <a:ext cx="0" cy="411480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高溫：影響電池壽命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（18650 磷酸鐵鋰）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14" name="Chart 1"/>
          <p:cNvGraphicFramePr/>
          <p:nvPr/>
        </p:nvGraphicFramePr>
        <p:xfrm>
          <a:off x="6537960" y="2240280"/>
          <a:ext cx="48463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62940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2,300 次循環後：35 °C 剩 88%，25 °C 剩 94%。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5440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資料：Preger et al., J. Electrochem. Soc. 167, 120532 (2020) 圖 3a，18650 LFP、1C 放電；依原圖讀取重繪。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2960" y="59893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60533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注意：溫度效應依化學系而異。同一研究中 NMC 反而在 35 °C 衰退較慢；Sandia 2023 年後續研究證實 NMC 在 15 °C 出現析鋰，NCA 對溫度依賴很弱（Wittman et al., J. Electrochem. Soc. 170, 120538）。</a:t>
            </a:r>
            <a:endParaRPr lang="en-US" sz="10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DF88A391-32B8-BE61-BEDA-63C600F1DC69}"/>
              </a:ext>
            </a:extLst>
          </p:cNvPr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E777D94-DE38-35F0-02CC-C9F853AE0F01}"/>
              </a:ext>
            </a:extLst>
          </p:cNvPr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　熱失控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熱失控，是一場連鎖反應。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一顆電芯失控，熱會傳給下一顆，稱為「熱擴散」。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0696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40696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2635758" cy="73152"/>
          </a:xfrm>
          <a:prstGeom prst="rect">
            <a:avLst/>
          </a:prstGeom>
          <a:solidFill>
            <a:srgbClr val="FFB34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172968"/>
            <a:ext cx="219456" cy="2194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3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24528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dirty="0">
                <a:solidFill>
                  <a:srgbClr val="FFB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</a:t>
            </a:r>
            <a:r>
              <a:rPr lang="en-US" sz="1800" dirty="0">
                <a:solidFill>
                  <a:srgbClr val="FFB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°C</a:t>
            </a:r>
            <a:endParaRPr lang="en-US" sz="5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661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SEI 膜分解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776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負極開始放熱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8718" y="3246120"/>
            <a:ext cx="2635758" cy="73152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8718" y="3172968"/>
            <a:ext cx="219456" cy="2194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9F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8718" y="1965960"/>
            <a:ext cx="24528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130</a:t>
            </a:r>
            <a:r>
              <a:rPr lang="en-US" sz="1800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°C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3458718" y="35661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隔膜熔化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58718" y="39776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正負極接觸，內短路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4476" y="3246120"/>
            <a:ext cx="2635758" cy="73152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4476" y="3172968"/>
            <a:ext cx="219456" cy="2194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6B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4476" y="1965960"/>
            <a:ext cx="24528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dirty="0">
                <a:solidFill>
                  <a:srgbClr val="FF6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</a:t>
            </a:r>
            <a:r>
              <a:rPr lang="en-US" sz="1800" dirty="0">
                <a:solidFill>
                  <a:srgbClr val="FF6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°C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6094476" y="35661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正極釋放氧氣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094476" y="39776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與電解液劇烈反應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30234" y="3246120"/>
            <a:ext cx="2635758" cy="73152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0234" y="3172968"/>
            <a:ext cx="219456" cy="2194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3B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30234" y="1965960"/>
            <a:ext cx="24528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dirty="0">
                <a:solidFill>
                  <a:srgbClr val="F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250</a:t>
            </a:r>
            <a:r>
              <a:rPr lang="en-US" sz="1800" dirty="0">
                <a:solidFill>
                  <a:srgbClr val="F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°C</a:t>
            </a:r>
            <a:endParaRPr lang="en-US" sz="5600" dirty="0"/>
          </a:p>
        </p:txBody>
      </p:sp>
      <p:sp>
        <p:nvSpPr>
          <p:cNvPr id="28" name="Text 26"/>
          <p:cNvSpPr txBox="1"/>
          <p:nvPr/>
        </p:nvSpPr>
        <p:spPr>
          <a:xfrm>
            <a:off x="8730234" y="35661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起火、噴發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730234" y="39776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熱擴散至鄰近電芯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389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約略溫度，依材料與 SOC 而異。資料：Feng et al. (2018)；2025 年研究順序一致。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846320"/>
            <a:ext cx="5134356" cy="1234440"/>
          </a:xfrm>
          <a:prstGeom prst="roundRect">
            <a:avLst>
              <a:gd name="adj" fmla="val 8889"/>
            </a:avLst>
          </a:pr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6231636" y="4846320"/>
            <a:ext cx="5134356" cy="1234440"/>
          </a:xfrm>
          <a:prstGeom prst="roundRect">
            <a:avLst>
              <a:gd name="adj" fmla="val 8889"/>
            </a:avLst>
          </a:prstGeom>
          <a:solidFill>
            <a:srgbClr val="F5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97280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課本3-6怎麼說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5285232"/>
            <a:ext cx="45857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100 °C 有危險，140 °C </a:t>
            </a:r>
            <a:r>
              <a:rPr lang="en-US" sz="1300" dirty="0" err="1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會燃燒甚至爆炸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三元鋰約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200 °C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磷酸鐵鋰</a:t>
            </a: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500 °C 以上才熱失控。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05956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研究補充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05956" y="5285232"/>
            <a:ext cx="45857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方向一致：磷酸鐵鋰起始溫度較高、峰值較低，因結構較能抑制氧氣釋放（Adv. Sci. 2025）。「500 °C 以上」查無出處。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3-2　冷卻與加熱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冷卻系統：從吹風，到冷媒直冷。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0696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40696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課本的五種冷卻系統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直接空氣冷卻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空調的冷風由鼓風機送進電池板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752344"/>
            <a:ext cx="57607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62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直接冷卻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蒸發器裝在電池內，冷媒直接吸熱，降溫最快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410712"/>
            <a:ext cx="57607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散熱器冷卻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538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電池自有水箱與水泵，附加熱器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57607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直接冷卻水冷卻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1970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空調冷卻「電池冷卻器」，再以冷卻水循環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727448"/>
            <a:ext cx="57607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55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空氣／水混合冷卻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8554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前方散熱水箱與空調冷卻器兩路並用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86600" y="1783080"/>
            <a:ext cx="0" cy="42976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現在的情況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194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課本：</a:t>
            </a:r>
            <a:r>
              <a:rPr lang="en-US" sz="1300" strike="sngStrike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氣冷是目前使用最廣的散熱方式。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697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液冷已是主流，並朝浸沒式發展。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課本也指出效率最佳的是主動式液冷。（PatSnap 2026 專利分析）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52360" y="3840480"/>
            <a:ext cx="38862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39776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加熱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2976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PTC 加熱：結構簡單、便宜，但耗電。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熱泵：吸收空氣中的熱量再搬過去，更省電，已逐漸取代 PTC。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5440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延伸：AI 熱管理預測溫升，在過熱前就調整冷卻。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電池平衡管理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一串電池，只能跑得跟最慢的那顆一樣快。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一致性問題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7304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730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37304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被動平衡與主動平衡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51648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5164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51648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以前與現在：電壓監測的演進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3-3　電池平衡管理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電量不一致，整包只能用到最少的那一串。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65665"/>
            <a:ext cx="274320" cy="2717231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1536192" y="2372411"/>
            <a:ext cx="274320" cy="2510485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536192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8256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2047524"/>
            <a:ext cx="274320" cy="2835372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03120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15184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2670048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2112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6976" y="2283805"/>
            <a:ext cx="274320" cy="2599091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3236976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3803904" y="2224735"/>
            <a:ext cx="274320" cy="2658161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803904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4315968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370832" y="2461016"/>
            <a:ext cx="274320" cy="2421880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370832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4882896" y="1874520"/>
            <a:ext cx="384048" cy="30632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106595"/>
            <a:ext cx="274320" cy="2776301"/>
          </a:xfrm>
          <a:prstGeom prst="roundRect">
            <a:avLst>
              <a:gd name="adj" fmla="val 50000"/>
            </a:avLst>
          </a:prstGeom>
          <a:solidFill>
            <a:srgbClr val="B8D6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3110789"/>
            <a:ext cx="274320" cy="1772107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110789"/>
            <a:ext cx="4709160" cy="0"/>
          </a:xfrm>
          <a:prstGeom prst="line">
            <a:avLst/>
          </a:prstGeom>
          <a:noFill/>
          <a:ln w="19050">
            <a:solidFill>
              <a:srgbClr val="FF9F0A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504688" y="2836469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每串只能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放出這麼多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5184648"/>
            <a:ext cx="201168" cy="146304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88720" y="5120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用得到的電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5184648"/>
            <a:ext cx="201168" cy="146304"/>
          </a:xfrm>
          <a:prstGeom prst="roundRect">
            <a:avLst>
              <a:gd name="adj" fmla="val 25000"/>
            </a:avLst>
          </a:prstGeom>
          <a:solidFill>
            <a:srgbClr val="B8D6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34640" y="5120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用不到的電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放電時，電量最少的那一串先放空，整包就得停</a:t>
            </a: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其他電芯還有電也用不到</a:t>
            </a: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一致性指標：電壓・電容量・內阻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為什麼會不一致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出廠就不同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電芯容量差異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內阻不同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92240" y="4023360"/>
            <a:ext cx="48463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922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使用中慢慢拉開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電池組內熱梯度不均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自放電率不同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電芯相對負載不同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22960" y="5897880"/>
            <a:ext cx="1054303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97280" y="5989320"/>
            <a:ext cx="8257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所以要平衡　</a:t>
            </a: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讓整包用得更多，也避免個別電芯過充或過放。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262872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資料：課本 3-12、3-13 頁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3-3　被動平衡與主動平衡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多的電，燒掉，還是搬走？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0696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40696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43032" cy="28163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被動式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主動式｜電容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主動式｜電感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把多的電經電阻燒掉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電容暫存電荷再搬移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電感以磁能搬移能量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平衡電流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200 mA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 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10 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運作時機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僅充電時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90%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95%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686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浪費電能、發熱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電流小、能量傳遞不易控制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控制複雜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22960" y="46634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資料：課本表 3-1。主動式另有單獨充電（DC-DC）、變壓器式等方法。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5134356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5029200"/>
            <a:ext cx="5134356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課本怎麼說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44068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被動式「現今動力電池多不採用」；電感式是未來主流。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05956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業界現況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5440680"/>
            <a:ext cx="4585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 技術文件：被動平衡因簡單、低成本，是更普及的做法；電芯一致性提升，小電流頻繁平衡即可。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3-3　以前與現在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從「比對模組」，到「看見每一串」。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0696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40696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8308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以前｜課本案例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574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Camry HV（2012–2019）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69748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9072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16" name="Shape 14"/>
          <p:cNvSpPr/>
          <p:nvPr/>
        </p:nvSpPr>
        <p:spPr>
          <a:xfrm>
            <a:off x="2048256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69748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2032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FF9F0A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1216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FF9F0A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69748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3364992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94176" y="2770632"/>
            <a:ext cx="256032" cy="676656"/>
          </a:xfrm>
          <a:prstGeom prst="roundRect">
            <a:avLst>
              <a:gd name="adj" fmla="val 17857"/>
            </a:avLst>
          </a:prstGeom>
          <a:solidFill>
            <a:srgbClr val="8686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70332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 片鎳氫模組，兩兩成一組比對；壓差超過 0.3 V 就報故障碼。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43484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9F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只知道哪一「對」異常，要拆下量測才知道是哪一片。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0144" y="1783080"/>
            <a:ext cx="0" cy="39319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37304" y="178308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37304" y="20574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逐串監測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337304" y="3063240"/>
            <a:ext cx="182880" cy="45720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29" name="Shape 27"/>
          <p:cNvSpPr/>
          <p:nvPr/>
        </p:nvSpPr>
        <p:spPr>
          <a:xfrm>
            <a:off x="4611624" y="3032760"/>
            <a:ext cx="182880" cy="48768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4885944" y="3002280"/>
            <a:ext cx="182880" cy="51816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0264" y="2971800"/>
            <a:ext cx="182880" cy="54864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5434584" y="2941320"/>
            <a:ext cx="182880" cy="57912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5708904" y="2910840"/>
            <a:ext cx="182880" cy="60960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4" name="Shape 32"/>
          <p:cNvSpPr/>
          <p:nvPr/>
        </p:nvSpPr>
        <p:spPr>
          <a:xfrm>
            <a:off x="5983224" y="2880360"/>
            <a:ext cx="182880" cy="64008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5" name="Shape 33"/>
          <p:cNvSpPr/>
          <p:nvPr/>
        </p:nvSpPr>
        <p:spPr>
          <a:xfrm>
            <a:off x="6257544" y="2849880"/>
            <a:ext cx="182880" cy="67056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31864" y="2819400"/>
            <a:ext cx="182880" cy="70104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7" name="Shape 35"/>
          <p:cNvSpPr/>
          <p:nvPr/>
        </p:nvSpPr>
        <p:spPr>
          <a:xfrm>
            <a:off x="6806184" y="3063240"/>
            <a:ext cx="182880" cy="45720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7080504" y="3032760"/>
            <a:ext cx="182880" cy="48768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39" name="Shape 37"/>
          <p:cNvSpPr/>
          <p:nvPr/>
        </p:nvSpPr>
        <p:spPr>
          <a:xfrm>
            <a:off x="7354824" y="3002280"/>
            <a:ext cx="182880" cy="51816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37304" y="370332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一顆監測晶片可量 12 串，總量測誤差小於 1.2 mV（ADI LTC6804）。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337304" y="443484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哪一串有問題，直接指出來。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14488" y="1783080"/>
            <a:ext cx="0" cy="39319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51648" y="178308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下一步｜延伸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851648" y="20574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預測式平衡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 flipV="1">
            <a:off x="7851648" y="2926080"/>
            <a:ext cx="1463040" cy="457200"/>
          </a:xfrm>
          <a:prstGeom prst="line">
            <a:avLst/>
          </a:prstGeom>
          <a:noFill/>
          <a:ln w="19050">
            <a:solidFill>
              <a:srgbClr val="8686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314688" y="2697480"/>
            <a:ext cx="1371600" cy="228600"/>
          </a:xfrm>
          <a:prstGeom prst="line">
            <a:avLst/>
          </a:prstGeom>
          <a:noFill/>
          <a:ln w="19050">
            <a:solidFill>
              <a:srgbClr val="0071E3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7851648" y="370332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分析即時數據，預測哪一串會先失衡。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851648" y="4434840"/>
            <a:ext cx="319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在問題出現前，就決定平衡時機與能量分配。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資料：課本 3-19 頁；Analog Devices, Passive Battery Cell Balancing 技術文章。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動力電池電量估算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無法直接量，只能算。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三個看不見的數字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458718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871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8718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四種估算方法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4476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4476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4476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卡爾曼濾波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730234" y="4892040"/>
            <a:ext cx="2269998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3023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30234" y="534924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估算的前沿技術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　動力電池電量估算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三個看不見的數字。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它們都無法直接量測，只能由電壓、電流、溫度推估。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荷電狀態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像油量表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剩餘電量占目前最大可用容量的百分比。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37304" y="2148840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4337304" y="31089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健康狀態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37304" y="35204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像體檢報告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37304" y="393192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目前最大容量 ÷ 額定容量。一般降到約 80% 視為車用壽命終點。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51648" y="2148840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7851648" y="31089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功率狀態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51648" y="35204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像當下的力氣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51648" y="393192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此刻最多能輸出或回充多少功率。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46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影響估算準確度的因素　</a:t>
            </a:r>
            <a:r>
              <a:rPr lang="en-US" sz="1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放電電流・溫度・電芯一致性・自放電・容量衰減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6858000" cy="182880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508760" y="5623560"/>
            <a:ext cx="5829300" cy="18288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897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303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63740" y="5303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5897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5440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實際只開放部分區間，例如約 10%–95%，避免過充與過放；儀表的 0–100% 是重新換算的結果。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　SOC 估算方法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四種方法，各有盲點。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5088636" cy="178308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開路電壓法（OCV）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62756" y="2048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停車校正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41448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靜置後量無負載電壓，查 OCV–SOC 曲線（課本圖 3-24）。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2608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靜置時準確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00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需長時間靜置；磷酸鐵鋰電壓平台太平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1783080"/>
            <a:ext cx="5088636" cy="178308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7396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安時積分法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基礎骨架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97396" y="2441448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把進出的電流對時間積分。SOC(t) = SOC(0) − ∫ηI dt ／ Cn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292608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簡單、即時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97396" y="3200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誤差會累積；依賴初始值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794760"/>
            <a:ext cx="5088636" cy="178308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電池內阻法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62756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 SOH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453128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以直流或交流量測內阻，推估電池狀態。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3776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可反映老化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21208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中段 SOC 變化小，受溫度影響大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7356" y="3794760"/>
            <a:ext cx="5088636" cy="178308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97396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類神經網路法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研究與輔助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97396" y="4453128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從電壓、電流、溫度資料學習 SOC。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97396" y="493776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處理非線性能力強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97396" y="521208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　</a:t>
            </a:r>
            <a:r>
              <a:rPr lang="en-US" sz="125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需大量資料，可解釋性差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8978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下一頁：卡爾曼濾波，把「安時積分」與「電壓量測」結合起來。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　擴展卡爾曼濾波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預測、量測、修正。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結合安時積分的即時性，又用電壓回饋消除累積誤差。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3154680" cy="233172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80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以安時積分與電池模型，推算 SOC 與端電壓。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87368" y="3401568"/>
            <a:ext cx="329184" cy="0"/>
          </a:xfrm>
          <a:prstGeom prst="line">
            <a:avLst/>
          </a:prstGeom>
          <a:noFill/>
          <a:ln w="19050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2240280"/>
            <a:ext cx="3154680" cy="233172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880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讀取實際端電壓，算出與預測值的誤差。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90688" y="3401568"/>
            <a:ext cx="329184" cy="0"/>
          </a:xfrm>
          <a:prstGeom prst="line">
            <a:avLst/>
          </a:prstGeom>
          <a:noFill/>
          <a:ln w="19050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2240280"/>
            <a:ext cx="3154680" cy="233172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964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880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依誤差與兩者的不確定性，更新 SOC 估計值。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06940" y="4572000"/>
            <a:ext cx="0" cy="45720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0300" y="5029200"/>
            <a:ext cx="7406640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400300" y="4572000"/>
            <a:ext cx="0" cy="45720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每個取樣週期重複，誤差不再累積。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8978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延伸：無跡卡爾曼濾波（UKF）、粒子濾波、同時估計模型參數的雙卡爾曼濾波。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　估算前沿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估算的四個前沿方向。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結合電化學物理與 AI，讓 BMS 看得更深、算得更準。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088636" cy="1874520"/>
          </a:xfrm>
          <a:prstGeom prst="roundRect">
            <a:avLst>
              <a:gd name="adj" fmla="val 7317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62756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PINN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物理資訊神經網路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1635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遵守電化學定律。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1821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把電化學方程式作為約束放進訓練，解決純數據 AI「不符物理常理」與極端環境失準的問題。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2103120"/>
            <a:ext cx="5088636" cy="1874520"/>
          </a:xfrm>
          <a:prstGeom prst="roundRect">
            <a:avLst>
              <a:gd name="adj" fmla="val 731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17152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97396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雲端數位孿生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97396" y="281635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每顆電池在雲端都有分身。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31821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車聯網即時上傳數據，結合全生命週期歷史資料預測 SOH 與異常，再把參數下傳車端。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5088636" cy="1874520"/>
          </a:xfrm>
          <a:prstGeom prst="roundRect">
            <a:avLst>
              <a:gd name="adj" fmla="val 7317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62756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AI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434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晶片級邊緣 AI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91947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在車上直接跑模型。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28523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新一代 BMS 主控晶片開始內建 AI 運算單元，輕量化模型在車端即時執行，不佔雲端頻寬。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7356" y="4206240"/>
            <a:ext cx="5088636" cy="1874520"/>
          </a:xfrm>
          <a:prstGeom prst="roundRect">
            <a:avLst>
              <a:gd name="adj" fmla="val 7317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On-board EIS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97396" y="4434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車載阻抗頻譜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597396" y="491947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把實驗室診斷裝進車裡。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97396" y="528523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行駛中注入小幅訊號量測阻抗，看見析鋰等內部變化；NXP 已推出內建 EIS 的 BMS 晶片組。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3-4　估算前沿：數位孿生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每一顆電池，都有一個虛擬分身。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數位孿生（Digital Twin）：與真實電池同步的虛擬模型，用來模擬現況、預測未來。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889150" cy="2011680"/>
          </a:xfrm>
          <a:prstGeom prst="roundRect">
            <a:avLst>
              <a:gd name="adj" fmla="val 7744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26080"/>
            <a:ext cx="1523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真實電池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11880"/>
            <a:ext cx="1523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運作中的電池包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39542" y="3337560"/>
            <a:ext cx="219456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86430" y="2331720"/>
            <a:ext cx="1889150" cy="2011680"/>
          </a:xfrm>
          <a:prstGeom prst="roundRect">
            <a:avLst>
              <a:gd name="adj" fmla="val 7744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1503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15030" y="2926080"/>
            <a:ext cx="1523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感測器接收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215030" y="3611880"/>
            <a:ext cx="1523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電壓、電流、溫度即時上傳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03013" y="3337560"/>
            <a:ext cx="219456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49901" y="2331720"/>
            <a:ext cx="1889150" cy="2011680"/>
          </a:xfrm>
          <a:prstGeom prst="roundRect">
            <a:avLst>
              <a:gd name="adj" fmla="val 7744"/>
            </a:avLst>
          </a:prstGeom>
          <a:solidFill>
            <a:srgbClr val="1D1D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78501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78501" y="2926080"/>
            <a:ext cx="1523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虛擬模型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78501" y="3611880"/>
            <a:ext cx="1523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2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在電腦中同步重現電池狀態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66483" y="3337560"/>
            <a:ext cx="219456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3371" y="2331720"/>
            <a:ext cx="1889150" cy="2011680"/>
          </a:xfrm>
          <a:prstGeom prst="roundRect">
            <a:avLst>
              <a:gd name="adj" fmla="val 7744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1971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41971" y="2926080"/>
            <a:ext cx="1523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分析與預測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41971" y="3611880"/>
            <a:ext cx="1523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預測老化、異常與未來性能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29954" y="3337560"/>
            <a:ext cx="219456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2331720"/>
            <a:ext cx="1889150" cy="2011680"/>
          </a:xfrm>
          <a:prstGeom prst="roundRect">
            <a:avLst>
              <a:gd name="adj" fmla="val 7744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05442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2926080"/>
            <a:ext cx="1523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最佳化控制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05442" y="3611880"/>
            <a:ext cx="1523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把策略回饋給車上的 BMS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421417" y="4343400"/>
            <a:ext cx="0" cy="4114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67535" y="4754880"/>
            <a:ext cx="8653882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767535" y="4343400"/>
            <a:ext cx="0" cy="4114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22960" y="493776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持續循環：真實與虛擬互相校正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7607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價值：不必拆解電池，就能預測 SOH、提早發現異常，並安排預防性維護。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電池通訊系統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算出來的資料，要送到哪裡？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三層通訊與 CAN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7304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730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37304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通訊架構升級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　電池通訊系統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的三層對話。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5669280" cy="4389120"/>
          </a:xfrm>
          <a:prstGeom prst="roundRect">
            <a:avLst>
              <a:gd name="adj" fmla="val 4583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2423160"/>
            <a:ext cx="5029200" cy="3429000"/>
          </a:xfrm>
          <a:prstGeom prst="roundRect">
            <a:avLst>
              <a:gd name="adj" fmla="val 4800"/>
            </a:avLst>
          </a:prstGeom>
          <a:solidFill>
            <a:srgbClr val="E8E8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整車網路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3063240"/>
            <a:ext cx="4389120" cy="2468880"/>
          </a:xfrm>
          <a:prstGeom prst="roundRect">
            <a:avLst>
              <a:gd name="adj" fmla="val 5556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830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電池包內部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83080" y="40233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83080" y="40873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從板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40233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0" y="40873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主板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389120"/>
            <a:ext cx="914400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2004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2D2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菊鏈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電池包內部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從板與主板之間相差數百伏，必須電氣隔離。常用菊鏈（如 isoSPI），斷線時可從環路另一端回傳。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整車網路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794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CAN 匯流排為主，與整車控制器、馬達控制器、熱管理交換 SOC、SOP 與故障狀態。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257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快充時與充電樁協商電壓、電流；透過車載通訊模組把資料上傳雲端。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　CAN 匯流排與充電通訊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 err="1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CAN：為什麼不夠快</a:t>
            </a: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8E8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637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多主架構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752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任一節點都能發送，沒有單一主機。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637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以訊息為導向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7752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 ID 同時代表優先權，逐位元仲裁。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981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差動雙線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096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 High／CAN Low，抗干擾能力強。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5981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錯誤處理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0096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CRC 檢查、錯誤計數、自動隔離故障節點。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180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傳輸速率（對數刻度）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6563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6563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Mbit/s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003804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3003804"/>
            <a:ext cx="266090" cy="128016"/>
          </a:xfrm>
          <a:prstGeom prst="roundRect">
            <a:avLst>
              <a:gd name="adj" fmla="val 50000"/>
            </a:avLst>
          </a:prstGeom>
          <a:solidFill>
            <a:srgbClr val="8686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34335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 FD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4335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約數 Mbit/s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3781044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781044"/>
            <a:ext cx="886968" cy="128016"/>
          </a:xfrm>
          <a:prstGeom prst="roundRect">
            <a:avLst>
              <a:gd name="adj" fmla="val 50000"/>
            </a:avLst>
          </a:prstGeom>
          <a:solidFill>
            <a:srgbClr val="8686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42108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車載乙太網路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42108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Mbit/s – 10 Gbit/s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4558284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4558284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033772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6007608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異常時產生診斷故障碼（DTC）並儲存，維修時可讀取判讀。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　通訊架構升級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線更少，頻寬更大，架構更集中。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5F0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1683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 BMS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4036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6275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最多減少的電池包線束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65676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ADI 開發、GM Ultium 平台率先量產；同時可省下最多 15% 電池包體積。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54424" y="1783080"/>
            <a:ext cx="0" cy="42976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7304" y="211683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車載乙太網路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37304" y="2574036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r>
              <a:rPr lang="en-US" sz="22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Gbit/s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4337304" y="376275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最高傳輸速率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37304" y="4265676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 的 1 Mbit/s 已跟不上「軟體定義汽車」的資料量；乙太網路提供 100 Mbit/s 至 10 Gbit/s。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68768" y="1783080"/>
            <a:ext cx="0" cy="42976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51648" y="211683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區域化電子電氣架構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80248" y="2619756"/>
            <a:ext cx="1188720" cy="45720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268968" y="2619756"/>
            <a:ext cx="1188720" cy="45720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080248" y="3076956"/>
            <a:ext cx="1188720" cy="45720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8968" y="3076956"/>
            <a:ext cx="1188720" cy="457200"/>
          </a:xfrm>
          <a:prstGeom prst="line">
            <a:avLst/>
          </a:prstGeom>
          <a:noFill/>
          <a:ln w="9525">
            <a:solidFill>
              <a:srgbClr val="8686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11768" y="2802636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11768" y="29672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中央運算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60208" y="2455164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E8E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60208" y="2528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37648" y="2455164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E8E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37648" y="2528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60208" y="3369564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E8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60208" y="34427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37648" y="3369564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E8E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37648" y="34427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851648" y="3762756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分散式節點 → 中央運算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851648" y="4265676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由中央電腦搭配區域控制器，縮短整車線束，提升通訊效率與 OTA 更新速度。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課本之後：2026 年的 BMS</a:t>
            </a:r>
            <a:endParaRPr lang="en-US" sz="4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安全標準與法規，正在改變 BMS 的角色。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新國標：不起火、不爆炸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7304" y="4892040"/>
            <a:ext cx="3148584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7304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37304" y="534924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歐盟電池護照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　最新發展：法規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安全標準，從「警告」變成「杜絕」。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99064" y="475488"/>
            <a:ext cx="566928" cy="246888"/>
          </a:xfrm>
          <a:prstGeom prst="roundRect">
            <a:avLst>
              <a:gd name="adj" fmla="val 48148"/>
            </a:avLst>
          </a:prstGeom>
          <a:solidFill>
            <a:srgbClr val="EEF7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99064" y="5074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 GB 38031-2025　2026 年 7 月 1 日實施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舊版（2020）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strike="sngStrike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起火、爆炸前 5 分鐘發出警報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新版（2025）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不起火、不爆炸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仍需警報，且煙氣不得傷害乘員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51206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新增測試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底部撞擊　・　300 次快充循環後外部短路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已獲批車型：2027 年 7 月 1 日起適用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0" cy="43891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1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歐盟電池護照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54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2027.2.18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起強制實施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7947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每顆電動車電池附 QR code 電子紀錄，內容包含成分、碳足跡、額定容量、預期壽命與健康狀態（SOH）。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5074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算出的 SOH，將成為具法規效力的資料。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4848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 已經從一塊保護電路板，</a:t>
            </a: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變成電池的資料中樞。</a:t>
            </a: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3148584" cy="0"/>
          </a:xfrm>
          <a:prstGeom prst="line">
            <a:avLst/>
          </a:prstGeom>
          <a:noFill/>
          <a:ln w="12700">
            <a:solidFill>
              <a:srgbClr val="484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6908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3240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從「比對模組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到「看見每一串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Camry 兩兩比對 → 逐串監測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3840480"/>
            <a:ext cx="3148584" cy="0"/>
          </a:xfrm>
          <a:prstGeom prst="line">
            <a:avLst/>
          </a:prstGeom>
          <a:noFill/>
          <a:ln w="12700">
            <a:solidFill>
              <a:srgbClr val="484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7304" y="406908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37304" y="4480560"/>
            <a:ext cx="3240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從「提早警告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到「不起火、不爆炸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37304" y="53492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GB 38031-2025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1648" y="3840480"/>
            <a:ext cx="3148584" cy="0"/>
          </a:xfrm>
          <a:prstGeom prst="line">
            <a:avLst/>
          </a:prstGeom>
          <a:noFill/>
          <a:ln w="12700">
            <a:solidFill>
              <a:srgbClr val="484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51648" y="406908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4A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51648" y="4480560"/>
            <a:ext cx="3240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從「車內」到「車外」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851648" y="5349240"/>
            <a:ext cx="3148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 BMS・雲端・電池護照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kern="0" spc="1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08792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0467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508863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　電動汽車概論（課本），第三章〈動力電池之電池管理系統〉。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　新華網（2026/6/29）〈電動汽車電池新國標 7 月落地，安全門檻再升級〉。news.cn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　汽車之家（2025）〈2026 年 7 月起實施：中國電動汽車電池新國標提升安全標準〉。autohome.com.cn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　鳳凰網汽車（2025/4/16）〈史上最嚴動力電池國標出爐〉。auto.ifeng.com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　Messe Frankfurt（2026/7/17）The European Battery Passport. automotive.messefrankfurt.com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　Arianee. Battery Passport Requirements: What Changes in February 2027. arianee.com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　Analog Devices. Wireless Battery Management Systems. analog.com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　Analog Devices. wBMS Security Takes the Spotlight. analog.com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　Charged EVs（2025/11/4）NXP launches EV BMS chipset with integrated EIS. chargedevs.com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　Electronic Design（2026/8/12）Building EIS into a BMS. electronicdesign.com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11.　World Electric Vehicle Journal（2026/6/18）Onboard EIS for BEVs. doi:10.3390/wevj17060315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　PatSnap（2026/4/22）EV Thermal Management Technology 2026. patsnap.com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　IDTechEx. Thermal Management for Electric Vehicles 2026–2036. idtechex.com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77356" y="1783080"/>
            <a:ext cx="508863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14.　Mineta Transportation Institute（2026/8）Automated BMS for EVs. doi:10.31979/mti.2026.2534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15.　Panasonic. NCR18650B 規格書（Discharge Temperature Characteristics）。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16.　Preger, Y. et al. (2020) J. Electrochem. Soc. 167, 120532. doi:10.1149/1945-7111/abae37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17.　Analog Devices（2020/9/9）ADI 發表首款車用無線 BMS（EEPower 報導）。eepower.com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18.　Ma, S. et al. (2018) Prog. Nat. Sci. Mater. Int. 28, 653–666. doi:10.1016/j.pnsc.2018.11.002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19.　Feng, X. et al. (2018) Energy Storage Materials 10, 246–267.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20.　Wittman, R. M. et al. (2023) J. Electrochem. Soc. 170, 120538. doi:10.1149/1945-7111/ad1450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21.　Lithium-ion battery thermal modelling and characterisation: A comprehensive review (2025). J. Energy Storage.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　Li et al. (2025) Thermal Runaway Temperature Prediction under Extreme High-Temperature Shock. Adv. Sci. doi:10.1002/advs.202511359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23.　Texas Instruments (2020) Enhance Thermal Management in EVs with Autonomous Cell Balancing, SSZT214.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24.　Analog Devices. Passive Battery Cell Balancing（LTC6804）.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　Idaho National Laboratory (2016) 2014 Tesla Model S 85 kWh Baseline Testing Results.</a:t>
            </a:r>
            <a:endParaRPr lang="en-US" sz="90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E6E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26.　ISO 26262；ISO/SAE 21434；ISO 15118。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4303</Words>
  <Application>Microsoft Macintosh PowerPoint</Application>
  <PresentationFormat>寬螢幕</PresentationFormat>
  <Paragraphs>681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4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動力電池之電池管理系統</dc:title>
  <dc:subject>PptxGenJS Presentation</dc:subject>
  <dc:creator>PptxGenJS</dc:creator>
  <cp:lastModifiedBy>chang tien han</cp:lastModifiedBy>
  <cp:revision>2</cp:revision>
  <dcterms:created xsi:type="dcterms:W3CDTF">2026-09-28T14:11:16Z</dcterms:created>
  <dcterms:modified xsi:type="dcterms:W3CDTF">2026-09-28T17:50:25Z</dcterms:modified>
</cp:coreProperties>
</file>